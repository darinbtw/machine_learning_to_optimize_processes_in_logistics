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theme/theme2.xml" ContentType="application/vnd.openxmlformats-officedocument.them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0" r:id="rId2"/>
  </p:sldMasterIdLst>
  <p:notesMasterIdLst>
    <p:notesMasterId r:id="rId10"/>
  </p:notesMasterIdLst>
  <p:handoutMasterIdLst>
    <p:handoutMasterId r:id="rId11"/>
  </p:handoutMasterIdLst>
  <p:sldIdLst>
    <p:sldId id="256" r:id="rId3"/>
    <p:sldId id="304" r:id="rId4"/>
    <p:sldId id="298" r:id="rId5"/>
    <p:sldId id="259" r:id="rId6"/>
    <p:sldId id="305" r:id="rId7"/>
    <p:sldId id="306" r:id="rId8"/>
    <p:sldId id="261" r:id="rId9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C63A6"/>
    <a:srgbClr val="2E70E3"/>
    <a:srgbClr val="286FE5"/>
    <a:srgbClr val="8C8C8C"/>
    <a:srgbClr val="A5A5A5"/>
    <a:srgbClr val="3E719B"/>
    <a:srgbClr val="EEEEEE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A488322-F2BA-4B5B-9748-0D474271808F}" styleName="Средний стиль 3 — акцент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103" autoAdjust="0"/>
    <p:restoredTop sz="96539" autoAdjust="0"/>
  </p:normalViewPr>
  <p:slideViewPr>
    <p:cSldViewPr snapToGrid="0" snapToObjects="1">
      <p:cViewPr varScale="1">
        <p:scale>
          <a:sx n="76" d="100"/>
          <a:sy n="76" d="100"/>
        </p:scale>
        <p:origin x="792" y="66"/>
      </p:cViewPr>
      <p:guideLst/>
    </p:cSldViewPr>
  </p:slideViewPr>
  <p:outlineViewPr>
    <p:cViewPr>
      <p:scale>
        <a:sx n="33" d="100"/>
        <a:sy n="33" d="100"/>
      </p:scale>
      <p:origin x="0" y="-5144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43" d="100"/>
          <a:sy n="43" d="100"/>
        </p:scale>
        <p:origin x="4326" y="10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3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Ряд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467-43B0-8B78-CABD59393076}"/>
            </c:ext>
          </c:extLst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Ряд 2</c:v>
                </c:pt>
              </c:strCache>
            </c:strRef>
          </c:tx>
          <c:spPr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467-43B0-8B78-CABD59393076}"/>
            </c:ext>
          </c:extLst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Ряд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467-43B0-8B78-CABD5939307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922468080"/>
        <c:axId val="1141335776"/>
      </c:barChart>
      <c:catAx>
        <c:axId val="9224680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unito Sans ExtraBold"/>
                <a:ea typeface="Nunito Sans ExtraBold"/>
                <a:cs typeface="+mn-cs"/>
              </a:defRPr>
            </a:pPr>
            <a:endParaRPr lang="ru-RU"/>
          </a:p>
        </c:txPr>
        <c:crossAx val="1141335776"/>
        <c:crosses val="autoZero"/>
        <c:auto val="1"/>
        <c:lblAlgn val="ctr"/>
        <c:lblOffset val="100"/>
        <c:noMultiLvlLbl val="0"/>
      </c:catAx>
      <c:valAx>
        <c:axId val="114133577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unito Sans ExtraBold"/>
                <a:ea typeface="Nunito Sans ExtraBold"/>
                <a:cs typeface="+mn-cs"/>
              </a:defRPr>
            </a:pPr>
            <a:endParaRPr lang="ru-RU"/>
          </a:p>
        </c:txPr>
        <c:crossAx val="9224680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doughnut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Продажи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F4B-483A-8513-5125EC87C351}"/>
              </c:ext>
            </c:extLst>
          </c:dPt>
          <c:dPt>
            <c:idx val="1"/>
            <c:bubble3D val="0"/>
            <c:spPr>
              <a:solidFill>
                <a:srgbClr val="286FE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0F4B-483A-8513-5125EC87C351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F4B-483A-8513-5125EC87C351}"/>
              </c:ext>
            </c:extLst>
          </c:dPt>
          <c:dPt>
            <c:idx val="3"/>
            <c:bubble3D val="0"/>
            <c:spPr>
              <a:solidFill>
                <a:srgbClr val="8C8C8C"/>
              </a:solidFill>
              <a:ln w="19050">
                <a:solidFill>
                  <a:srgbClr val="8C8C8C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0F4B-483A-8513-5125EC87C351}"/>
              </c:ext>
            </c:extLst>
          </c:dPt>
          <c:cat>
            <c:strRef>
              <c:f>Лист1!$A$2:$A$5</c:f>
              <c:strCache>
                <c:ptCount val="4"/>
                <c:pt idx="0">
                  <c:v>Кв. 1</c:v>
                </c:pt>
                <c:pt idx="1">
                  <c:v>Кв. 2</c:v>
                </c:pt>
                <c:pt idx="2">
                  <c:v>Кв. 3</c:v>
                </c:pt>
                <c:pt idx="3">
                  <c:v>Кв.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0F4B-483A-8513-5125EC87C35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38100">
      <a:solidFill>
        <a:srgbClr val="286FE5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doughnut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Продажи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2746-41F4-85A5-90A4F63D6700}"/>
              </c:ext>
            </c:extLst>
          </c:dPt>
          <c:dPt>
            <c:idx val="1"/>
            <c:bubble3D val="0"/>
            <c:spPr>
              <a:solidFill>
                <a:srgbClr val="286FE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2746-41F4-85A5-90A4F63D6700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2746-41F4-85A5-90A4F63D6700}"/>
              </c:ext>
            </c:extLst>
          </c:dPt>
          <c:dPt>
            <c:idx val="3"/>
            <c:bubble3D val="0"/>
            <c:spPr>
              <a:solidFill>
                <a:srgbClr val="8C8C8C"/>
              </a:solidFill>
              <a:ln w="19050">
                <a:solidFill>
                  <a:srgbClr val="8C8C8C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2746-41F4-85A5-90A4F63D6700}"/>
              </c:ext>
            </c:extLst>
          </c:dPt>
          <c:cat>
            <c:strRef>
              <c:f>Лист1!$A$2:$A$5</c:f>
              <c:strCache>
                <c:ptCount val="4"/>
                <c:pt idx="0">
                  <c:v>Кв. 1</c:v>
                </c:pt>
                <c:pt idx="1">
                  <c:v>Кв. 2</c:v>
                </c:pt>
                <c:pt idx="2">
                  <c:v>Кв. 3</c:v>
                </c:pt>
                <c:pt idx="3">
                  <c:v>Кв.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2746-41F4-85A5-90A4F63D670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38100">
      <a:solidFill>
        <a:srgbClr val="286FE5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Ряд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D46-4A39-BD47-A8409F02A7D5}"/>
            </c:ext>
          </c:extLst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Ряд 2</c:v>
                </c:pt>
              </c:strCache>
            </c:strRef>
          </c:tx>
          <c:spPr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D46-4A39-BD47-A8409F02A7D5}"/>
            </c:ext>
          </c:extLst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Ряд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D46-4A39-BD47-A8409F02A7D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922468080"/>
        <c:axId val="1141335776"/>
      </c:barChart>
      <c:catAx>
        <c:axId val="9224680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unito Sans ExtraBold"/>
                <a:ea typeface="Nunito Sans ExtraBold"/>
                <a:cs typeface="+mn-cs"/>
              </a:defRPr>
            </a:pPr>
            <a:endParaRPr lang="ru-RU"/>
          </a:p>
        </c:txPr>
        <c:crossAx val="1141335776"/>
        <c:crosses val="autoZero"/>
        <c:auto val="1"/>
        <c:lblAlgn val="ctr"/>
        <c:lblOffset val="100"/>
        <c:noMultiLvlLbl val="0"/>
      </c:catAx>
      <c:valAx>
        <c:axId val="114133577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unito Sans ExtraBold"/>
                <a:ea typeface="Nunito Sans ExtraBold"/>
                <a:cs typeface="+mn-cs"/>
              </a:defRPr>
            </a:pPr>
            <a:endParaRPr lang="ru-RU"/>
          </a:p>
        </c:txPr>
        <c:crossAx val="9224680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doughnut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Продажи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AC38-4010-9EF6-2FBF83FACC02}"/>
              </c:ext>
            </c:extLst>
          </c:dPt>
          <c:dPt>
            <c:idx val="1"/>
            <c:bubble3D val="0"/>
            <c:spPr>
              <a:solidFill>
                <a:srgbClr val="286FE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AC38-4010-9EF6-2FBF83FACC02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AC38-4010-9EF6-2FBF83FACC02}"/>
              </c:ext>
            </c:extLst>
          </c:dPt>
          <c:dPt>
            <c:idx val="3"/>
            <c:bubble3D val="0"/>
            <c:spPr>
              <a:solidFill>
                <a:srgbClr val="8C8C8C"/>
              </a:solidFill>
              <a:ln w="19050">
                <a:solidFill>
                  <a:srgbClr val="8C8C8C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AC38-4010-9EF6-2FBF83FACC02}"/>
              </c:ext>
            </c:extLst>
          </c:dPt>
          <c:cat>
            <c:strRef>
              <c:f>Лист1!$A$2:$A$5</c:f>
              <c:strCache>
                <c:ptCount val="4"/>
                <c:pt idx="0">
                  <c:v>Кв. 1</c:v>
                </c:pt>
                <c:pt idx="1">
                  <c:v>Кв. 2</c:v>
                </c:pt>
                <c:pt idx="2">
                  <c:v>Кв. 3</c:v>
                </c:pt>
                <c:pt idx="3">
                  <c:v>Кв.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AC38-4010-9EF6-2FBF83FACC0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38100">
      <a:solidFill>
        <a:srgbClr val="286FE5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doughnut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Продажи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80AD-45F8-A719-2071FEF93AC9}"/>
              </c:ext>
            </c:extLst>
          </c:dPt>
          <c:dPt>
            <c:idx val="1"/>
            <c:bubble3D val="0"/>
            <c:spPr>
              <a:solidFill>
                <a:srgbClr val="286FE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80AD-45F8-A719-2071FEF93AC9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80AD-45F8-A719-2071FEF93AC9}"/>
              </c:ext>
            </c:extLst>
          </c:dPt>
          <c:dPt>
            <c:idx val="3"/>
            <c:bubble3D val="0"/>
            <c:spPr>
              <a:solidFill>
                <a:srgbClr val="8C8C8C"/>
              </a:solidFill>
              <a:ln w="19050">
                <a:solidFill>
                  <a:srgbClr val="8C8C8C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80AD-45F8-A719-2071FEF93AC9}"/>
              </c:ext>
            </c:extLst>
          </c:dPt>
          <c:cat>
            <c:strRef>
              <c:f>Лист1!$A$2:$A$5</c:f>
              <c:strCache>
                <c:ptCount val="4"/>
                <c:pt idx="0">
                  <c:v>Кв. 1</c:v>
                </c:pt>
                <c:pt idx="1">
                  <c:v>Кв. 2</c:v>
                </c:pt>
                <c:pt idx="2">
                  <c:v>Кв. 3</c:v>
                </c:pt>
                <c:pt idx="3">
                  <c:v>Кв.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80AD-45F8-A719-2071FEF93AC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38100">
      <a:solidFill>
        <a:srgbClr val="286FE5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62408143-EB30-4AA3-8610-AEFE5125091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4457700" cy="917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88A64DB5-5717-4BEF-8AC0-26D3CCF77C1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827713" y="0"/>
            <a:ext cx="4457700" cy="917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E5457D3-7643-445A-92AB-3517B3725C26}" type="datetimeFigureOut">
              <a:rPr lang="ru-RU" smtClean="0"/>
              <a:t>31.05.2026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8893248-79D1-472B-AE93-1A5218657A3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7372013"/>
            <a:ext cx="4457700" cy="9159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8410A7A-5598-491D-A64D-A4DCDA49771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827713" y="17372013"/>
            <a:ext cx="4457700" cy="9159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770CD6-BFC2-4DD7-B8A7-9DF9E8F4242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034808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86860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0E82B3-BFE9-22DB-A95F-7B74F05DA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5059C8-4D59-3D8E-A61D-4CB1E46E54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AEBC00-8C4F-29A8-8830-065DEDEA38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A402C3-5413-0C00-1147-DBD218EDC7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064322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FE35D-7011-D45C-6F8A-283465B80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69E6AF-96C0-608B-6F24-E1B13EE849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B0E029-AD54-5778-342A-3675A54BC5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ADA386-C5FD-0556-29F3-678748185E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44799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6AC77-E702-396F-232A-7FBC4F5BF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35B994-D438-BE38-E51F-74FB81BA45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86D3CF-6E98-567B-688B-E26F04BE3D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D68241-8CB7-4D77-EE02-55D7384FAF1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94475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076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0.svg"/><Relationship Id="rId4" Type="http://schemas.openxmlformats.org/officeDocument/2006/relationships/image" Target="../media/image9.svg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sv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sv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4.sv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image" Target="../media/image15.svg"/><Relationship Id="rId1" Type="http://schemas.openxmlformats.org/officeDocument/2006/relationships/slideMaster" Target="../slideMasters/slideMaster1.xml"/><Relationship Id="rId4" Type="http://schemas.openxmlformats.org/officeDocument/2006/relationships/chart" Target="../charts/chart3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sv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svg"/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sv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sv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8.svg"/><Relationship Id="rId4" Type="http://schemas.openxmlformats.org/officeDocument/2006/relationships/image" Target="../media/image23.svg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sv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svg"/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svg"/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image" Target="../media/image15.svg"/><Relationship Id="rId1" Type="http://schemas.openxmlformats.org/officeDocument/2006/relationships/slideMaster" Target="../slideMasters/slideMaster2.xml"/><Relationship Id="rId4" Type="http://schemas.openxmlformats.org/officeDocument/2006/relationships/chart" Target="../charts/chart6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oup 4" descr="preencoded.png">
            <a:extLst>
              <a:ext uri="{FF2B5EF4-FFF2-40B4-BE49-F238E27FC236}">
                <a16:creationId xmlns:a16="http://schemas.microsoft.com/office/drawing/2014/main" id="{EFF1CBB7-E592-4F72-9E11-A81F7B461C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620250" y="1428750"/>
            <a:ext cx="7953375" cy="7048500"/>
          </a:xfrm>
          <a:prstGeom prst="rect">
            <a:avLst/>
          </a:prstGeom>
        </p:spPr>
      </p:pic>
      <p:sp>
        <p:nvSpPr>
          <p:cNvPr id="6" name="Текст 4">
            <a:extLst>
              <a:ext uri="{FF2B5EF4-FFF2-40B4-BE49-F238E27FC236}">
                <a16:creationId xmlns:a16="http://schemas.microsoft.com/office/drawing/2014/main" id="{91ED8208-C327-4B77-A83F-FC267B20513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14375" y="1428750"/>
            <a:ext cx="7953375" cy="70485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9600">
                <a:latin typeface="+mj-lt"/>
              </a:defRPr>
            </a:lvl1pPr>
          </a:lstStyle>
          <a:p>
            <a:pPr lvl="0"/>
            <a:r>
              <a:rPr lang="ru-RU" dirty="0"/>
              <a:t>Шаблон для презентации</a:t>
            </a:r>
          </a:p>
        </p:txBody>
      </p:sp>
    </p:spTree>
    <p:extLst>
      <p:ext uri="{BB962C8B-B14F-4D97-AF65-F5344CB8AC3E}">
        <p14:creationId xmlns:p14="http://schemas.microsoft.com/office/powerpoint/2010/main" val="39561418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855E20D2-9293-4F90-9416-D4F1C49200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4375" y="1142999"/>
            <a:ext cx="12810036" cy="1591492"/>
          </a:xfrm>
          <a:prstGeom prst="rect">
            <a:avLst/>
          </a:prstGeom>
        </p:spPr>
        <p:txBody>
          <a:bodyPr/>
          <a:lstStyle>
            <a:lvl1pPr algn="l">
              <a:defRPr sz="9600">
                <a:solidFill>
                  <a:schemeClr val="tx1"/>
                </a:solidFill>
                <a:latin typeface="Nunito Bold" pitchFamily="2" charset="-52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Слайд - разделитель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411FE70F-1751-4F1A-A30A-848B8CB9CF7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06791" y="1938745"/>
            <a:ext cx="12486409" cy="986593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76800">
                <a:solidFill>
                  <a:srgbClr val="286FE5"/>
                </a:solidFill>
                <a:latin typeface="Nunito ExtraBold" pitchFamily="2" charset="-52"/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40749569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Заголовок 9">
            <a:extLst>
              <a:ext uri="{FF2B5EF4-FFF2-40B4-BE49-F238E27FC236}">
                <a16:creationId xmlns:a16="http://schemas.microsoft.com/office/drawing/2014/main" id="{37449E3D-C1DB-45E1-BD80-A942D67171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4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1FDC2213-0F67-486E-8CF4-FACDA2534B7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4977" y="1706601"/>
            <a:ext cx="8248650" cy="6829425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7" name="Текст 23">
            <a:extLst>
              <a:ext uri="{FF2B5EF4-FFF2-40B4-BE49-F238E27FC236}">
                <a16:creationId xmlns:a16="http://schemas.microsoft.com/office/drawing/2014/main" id="{230AABAC-9576-49C7-A2CB-1822DB98EC1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658352" y="2117725"/>
            <a:ext cx="7505700" cy="60515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 Господа, постоянное обеспечение.</a:t>
            </a:r>
            <a:endParaRPr lang="en-US" sz="3600" dirty="0">
              <a:latin typeface="Nunito Sans SemiBold"/>
            </a:endParaRPr>
          </a:p>
        </p:txBody>
      </p:sp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FC998EDD-1BC5-4EFD-803E-A810D916080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4" y="1706601"/>
            <a:ext cx="8248650" cy="6829425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9" name="Текст 23">
            <a:extLst>
              <a:ext uri="{FF2B5EF4-FFF2-40B4-BE49-F238E27FC236}">
                <a16:creationId xmlns:a16="http://schemas.microsoft.com/office/drawing/2014/main" id="{AA70463E-02FF-4AFE-A3C4-5DDC54E35E6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47749" y="2117725"/>
            <a:ext cx="7505700" cy="60515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 Господа, постоянное обеспечение.</a:t>
            </a:r>
            <a:endParaRPr lang="en-US" sz="3600" dirty="0">
              <a:latin typeface="Nunito Sans SemiBold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E89DB18-E1B1-4EF4-BA87-F4FBF1C327B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3B631C73-7DA6-4C42-956E-A679912B9647}"/>
              </a:ext>
            </a:extLst>
          </p:cNvPr>
          <p:cNvSpPr/>
          <p:nvPr userDrawn="1"/>
        </p:nvSpPr>
        <p:spPr>
          <a:xfrm>
            <a:off x="1047750" y="2295525"/>
            <a:ext cx="7223414" cy="5504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</a:pPr>
            <a:endParaRPr lang="en-US" sz="3600" dirty="0"/>
          </a:p>
        </p:txBody>
      </p:sp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1B627428-DE87-4935-A55B-F4B39220EA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Рисунок 14">
            <a:extLst>
              <a:ext uri="{FF2B5EF4-FFF2-40B4-BE49-F238E27FC236}">
                <a16:creationId xmlns:a16="http://schemas.microsoft.com/office/drawing/2014/main" id="{47C71182-74D8-49E1-8B16-01F96F3719B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521825" y="714375"/>
            <a:ext cx="8343900" cy="8343900"/>
          </a:xfrm>
          <a:prstGeom prst="roundRect">
            <a:avLst>
              <a:gd name="adj" fmla="val 5708"/>
            </a:avLst>
          </a:prstGeom>
          <a:effectLst>
            <a:softEdge rad="38100"/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C8BD3B1-CA26-4579-9720-B5099B56FBA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50" y="2295525"/>
            <a:ext cx="7651750" cy="5503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тщательные. Как принято считать, базовые сценарии поведения пользователей объединены, базовые сценарии поведения </a:t>
            </a:r>
          </a:p>
        </p:txBody>
      </p:sp>
    </p:spTree>
    <p:extLst>
      <p:ext uri="{BB962C8B-B14F-4D97-AF65-F5344CB8AC3E}">
        <p14:creationId xmlns:p14="http://schemas.microsoft.com/office/powerpoint/2010/main" val="13440412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D292F892-BD09-EB67-02F5-5587348E24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026B2989-22D0-53DB-44B2-10C9F29F4E4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2052638"/>
            <a:ext cx="10287454" cy="6133419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1" name="Рисунок 9">
            <a:extLst>
              <a:ext uri="{FF2B5EF4-FFF2-40B4-BE49-F238E27FC236}">
                <a16:creationId xmlns:a16="http://schemas.microsoft.com/office/drawing/2014/main" id="{7447184F-F1B6-A6C4-2095-314B84799E9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1625263" y="714375"/>
            <a:ext cx="5953125" cy="8858250"/>
          </a:xfrm>
          <a:prstGeom prst="roundRect">
            <a:avLst>
              <a:gd name="adj" fmla="val 7930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9" name="Текст 2">
            <a:extLst>
              <a:ext uri="{FF2B5EF4-FFF2-40B4-BE49-F238E27FC236}">
                <a16:creationId xmlns:a16="http://schemas.microsoft.com/office/drawing/2014/main" id="{ABAB84FB-6BCD-41AD-8DF1-5D211D47F72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49" y="2295525"/>
            <a:ext cx="9631435" cy="5503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</a:t>
            </a:r>
            <a:r>
              <a:rPr lang="ru-RU" dirty="0" err="1"/>
              <a:t>тщательные.Как</a:t>
            </a:r>
            <a:r>
              <a:rPr lang="ru-RU" dirty="0"/>
              <a:t> принято считать, базовые сценарии поведения пользователей объединены. Как принято считать, базовые сценарии поведения пользователей объединены в целые кластеры себе подобных. </a:t>
            </a:r>
          </a:p>
        </p:txBody>
      </p:sp>
    </p:spTree>
    <p:extLst>
      <p:ext uri="{BB962C8B-B14F-4D97-AF65-F5344CB8AC3E}">
        <p14:creationId xmlns:p14="http://schemas.microsoft.com/office/powerpoint/2010/main" val="664289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8BE58EDD-5F3B-AE1B-6B5B-920BD6D6C7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Рисунок 6">
            <a:extLst>
              <a:ext uri="{FF2B5EF4-FFF2-40B4-BE49-F238E27FC236}">
                <a16:creationId xmlns:a16="http://schemas.microsoft.com/office/drawing/2014/main" id="{CD7B5298-8A06-4222-85BB-A57BD098044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5" y="1658938"/>
            <a:ext cx="8081963" cy="6948487"/>
          </a:xfrm>
          <a:prstGeom prst="roundRect">
            <a:avLst>
              <a:gd name="adj" fmla="val 640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7" name="Рисунок 6">
            <a:extLst>
              <a:ext uri="{FF2B5EF4-FFF2-40B4-BE49-F238E27FC236}">
                <a16:creationId xmlns:a16="http://schemas.microsoft.com/office/drawing/2014/main" id="{EA2524EB-DF1F-4FE8-9784-294ED085BCA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491662" y="1658483"/>
            <a:ext cx="8081963" cy="6948487"/>
          </a:xfrm>
          <a:prstGeom prst="roundRect">
            <a:avLst>
              <a:gd name="adj" fmla="val 5922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49744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Рисунок 5">
            <a:extLst>
              <a:ext uri="{FF2B5EF4-FFF2-40B4-BE49-F238E27FC236}">
                <a16:creationId xmlns:a16="http://schemas.microsoft.com/office/drawing/2014/main" id="{A6D6DD05-6D23-3622-936F-8176A1FEF6E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3" y="1571625"/>
            <a:ext cx="16859252" cy="7143750"/>
          </a:xfrm>
          <a:prstGeom prst="roundRect">
            <a:avLst>
              <a:gd name="adj" fmla="val 668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7B2C6FB4-C6F6-4C44-ABBA-F23B1976F0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6264804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57F73213-1948-4724-9DCE-56F2C34CE8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Рисунок 9">
            <a:extLst>
              <a:ext uri="{FF2B5EF4-FFF2-40B4-BE49-F238E27FC236}">
                <a16:creationId xmlns:a16="http://schemas.microsoft.com/office/drawing/2014/main" id="{38449E18-B00F-4C29-9716-CACCB83B1FA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159" y="1480911"/>
            <a:ext cx="8074456" cy="3421291"/>
          </a:xfrm>
          <a:prstGeom prst="roundRect">
            <a:avLst>
              <a:gd name="adj" fmla="val 759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9" name="Рисунок 9">
            <a:extLst>
              <a:ext uri="{FF2B5EF4-FFF2-40B4-BE49-F238E27FC236}">
                <a16:creationId xmlns:a16="http://schemas.microsoft.com/office/drawing/2014/main" id="{59F71F64-8485-4FD2-87D1-44F182BB4DC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4373" y="5203375"/>
            <a:ext cx="8074456" cy="3421291"/>
          </a:xfrm>
          <a:prstGeom prst="roundRect">
            <a:avLst>
              <a:gd name="adj" fmla="val 8330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0" name="Рисунок 9">
            <a:extLst>
              <a:ext uri="{FF2B5EF4-FFF2-40B4-BE49-F238E27FC236}">
                <a16:creationId xmlns:a16="http://schemas.microsoft.com/office/drawing/2014/main" id="{FEE4F88B-D793-4AAA-8F46-20A27F11640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498743" y="1480911"/>
            <a:ext cx="8074456" cy="3421291"/>
          </a:xfrm>
          <a:prstGeom prst="roundRect">
            <a:avLst>
              <a:gd name="adj" fmla="val 808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1" name="Рисунок 9">
            <a:extLst>
              <a:ext uri="{FF2B5EF4-FFF2-40B4-BE49-F238E27FC236}">
                <a16:creationId xmlns:a16="http://schemas.microsoft.com/office/drawing/2014/main" id="{D6CE896A-5A91-4ADC-9CCF-3E7A275FAFA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498743" y="5203374"/>
            <a:ext cx="8074456" cy="3421291"/>
          </a:xfrm>
          <a:prstGeom prst="roundRect">
            <a:avLst>
              <a:gd name="adj" fmla="val 7840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77955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13D1EBD-EDAB-B3D2-A901-8CC7F3ED63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B654176B-895E-3197-0A81-348C234E784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49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5B845EEC-6CF5-474B-8432-6CC8C5ADD6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0" name="Текст 23">
            <a:extLst>
              <a:ext uri="{FF2B5EF4-FFF2-40B4-BE49-F238E27FC236}">
                <a16:creationId xmlns:a16="http://schemas.microsoft.com/office/drawing/2014/main" id="{FA1DADC3-73B4-4517-961E-96AD3A0434D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49" y="2385327"/>
            <a:ext cx="7505700" cy="51639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</a:t>
            </a:r>
            <a:endParaRPr lang="en-US" sz="3600" dirty="0">
              <a:latin typeface="Nunito Sans SemiBold"/>
            </a:endParaRPr>
          </a:p>
        </p:txBody>
      </p:sp>
      <p:sp>
        <p:nvSpPr>
          <p:cNvPr id="13" name="Текст 23">
            <a:extLst>
              <a:ext uri="{FF2B5EF4-FFF2-40B4-BE49-F238E27FC236}">
                <a16:creationId xmlns:a16="http://schemas.microsoft.com/office/drawing/2014/main" id="{D56C923F-669B-4A7D-B266-F7B38A40D8D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639483" y="2385326"/>
            <a:ext cx="7505700" cy="51639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</a:t>
            </a:r>
            <a:endParaRPr lang="en-US" sz="3600" dirty="0">
              <a:latin typeface="Nunito Sans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3573255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739D9EE-2836-6FCC-EBE0-0D15216F8FE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1785937"/>
            <a:ext cx="16859250" cy="6715125"/>
          </a:xfrm>
          <a:prstGeom prst="rect">
            <a:avLst/>
          </a:prstGeom>
        </p:spPr>
      </p:pic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F5A80529-A754-4C43-9B67-8A1A387034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Текст 23">
            <a:extLst>
              <a:ext uri="{FF2B5EF4-FFF2-40B4-BE49-F238E27FC236}">
                <a16:creationId xmlns:a16="http://schemas.microsoft.com/office/drawing/2014/main" id="{AECADCD2-F9B8-4D1F-B77E-2BE48195867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49" y="2164361"/>
            <a:ext cx="16166460" cy="590584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С другой стороны, высокотехнологичная концепция общественного уклада обеспечивает актуальность </a:t>
            </a:r>
            <a:r>
              <a:rPr lang="ru-RU" sz="3600" dirty="0" err="1">
                <a:latin typeface="Nunito Sans SemiBold"/>
              </a:rPr>
              <a:t>приоретизации</a:t>
            </a:r>
            <a:r>
              <a:rPr lang="ru-RU" sz="3600" dirty="0">
                <a:latin typeface="Nunito Sans SemiBold"/>
              </a:rPr>
              <a:t> разума над эмоциями. Картельные сговоры не допускают ситуации, при которой реплицированные с зарубежных источников, современные исследования формируют глобальную экономическую сеть и при этом — ограничены исключительно образом мышления. Значимость этих проблем настолько очевидна, что выбранный нами инновационный путь говорит о возможностях системы массового участия. С другой стороны, высокотехнологичная концепция общественного уклада обеспечивает актуальность </a:t>
            </a:r>
            <a:r>
              <a:rPr lang="ru-RU" sz="3600" dirty="0" err="1">
                <a:latin typeface="Nunito Sans SemiBold"/>
              </a:rPr>
              <a:t>приоретизации</a:t>
            </a:r>
            <a:r>
              <a:rPr lang="ru-RU" sz="3600" dirty="0">
                <a:latin typeface="Nunito Sans SemiBold"/>
              </a:rPr>
              <a:t> разума над эмоциями. </a:t>
            </a:r>
          </a:p>
        </p:txBody>
      </p:sp>
    </p:spTree>
    <p:extLst>
      <p:ext uri="{BB962C8B-B14F-4D97-AF65-F5344CB8AC3E}">
        <p14:creationId xmlns:p14="http://schemas.microsoft.com/office/powerpoint/2010/main" val="28830848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60DE615-1C15-0278-D235-E356254873B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3" y="1919287"/>
            <a:ext cx="8124825" cy="6448425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489D4693-ACA9-8796-D4B2-6DF53DB5385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448802" y="1919287"/>
            <a:ext cx="8124825" cy="6448425"/>
          </a:xfrm>
          <a:prstGeom prst="rect">
            <a:avLst/>
          </a:prstGeom>
        </p:spPr>
      </p:pic>
      <p:sp>
        <p:nvSpPr>
          <p:cNvPr id="9" name="Заголовок 9">
            <a:extLst>
              <a:ext uri="{FF2B5EF4-FFF2-40B4-BE49-F238E27FC236}">
                <a16:creationId xmlns:a16="http://schemas.microsoft.com/office/drawing/2014/main" id="{6F05270A-D929-4C6C-8EF6-E8723102D8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FDAE017D-26FB-457D-9CF0-2255E36D3FE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52525" y="2326028"/>
            <a:ext cx="7267576" cy="73017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4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1" name="Текст 3">
            <a:extLst>
              <a:ext uri="{FF2B5EF4-FFF2-40B4-BE49-F238E27FC236}">
                <a16:creationId xmlns:a16="http://schemas.microsoft.com/office/drawing/2014/main" id="{BD9938E6-9712-4524-9596-28BCAAC3943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877426" y="2326027"/>
            <a:ext cx="7267576" cy="73017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4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A742366-C0C4-4142-9267-E58D0AA836D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52525" y="4010025"/>
            <a:ext cx="7267575" cy="38671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 считать, базовые сценарии поведения</a:t>
            </a:r>
          </a:p>
        </p:txBody>
      </p:sp>
      <p:sp>
        <p:nvSpPr>
          <p:cNvPr id="17" name="Текст 9">
            <a:extLst>
              <a:ext uri="{FF2B5EF4-FFF2-40B4-BE49-F238E27FC236}">
                <a16:creationId xmlns:a16="http://schemas.microsoft.com/office/drawing/2014/main" id="{8AB634BB-B496-4CCE-AE4B-3258993D2AE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877427" y="4010025"/>
            <a:ext cx="7267575" cy="38671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 считать, базовые сценарии поведения</a:t>
            </a:r>
          </a:p>
        </p:txBody>
      </p:sp>
    </p:spTree>
    <p:extLst>
      <p:ext uri="{BB962C8B-B14F-4D97-AF65-F5344CB8AC3E}">
        <p14:creationId xmlns:p14="http://schemas.microsoft.com/office/powerpoint/2010/main" val="9392168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D9178377-8839-82A9-22ED-9FD3212480A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57775" y="1919287"/>
            <a:ext cx="3905250" cy="6448425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AD9DF8B-5E9F-0161-0C58-4C684536633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7710" y="1919287"/>
            <a:ext cx="3905250" cy="6448425"/>
          </a:xfrm>
          <a:prstGeom prst="rect">
            <a:avLst/>
          </a:prstGeom>
        </p:spPr>
      </p:pic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74AF4928-8D82-3A4A-729D-EE24AFC257E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635042" y="1919287"/>
            <a:ext cx="3905250" cy="6448425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4D71E827-E340-CDCD-4C02-291CB7FD3BE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4977" y="1919287"/>
            <a:ext cx="3905250" cy="6448425"/>
          </a:xfrm>
          <a:prstGeom prst="rect">
            <a:avLst/>
          </a:prstGeom>
        </p:spPr>
      </p:pic>
      <p:sp>
        <p:nvSpPr>
          <p:cNvPr id="15" name="Заголовок 9">
            <a:extLst>
              <a:ext uri="{FF2B5EF4-FFF2-40B4-BE49-F238E27FC236}">
                <a16:creationId xmlns:a16="http://schemas.microsoft.com/office/drawing/2014/main" id="{E3ED94B4-A49E-4FC0-B807-21FFB34CE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6" name="Текст 3">
            <a:extLst>
              <a:ext uri="{FF2B5EF4-FFF2-40B4-BE49-F238E27FC236}">
                <a16:creationId xmlns:a16="http://schemas.microsoft.com/office/drawing/2014/main" id="{78200342-E889-4F04-B34F-5D4906FEE0F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52525" y="2212182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Текст 9">
            <a:extLst>
              <a:ext uri="{FF2B5EF4-FFF2-40B4-BE49-F238E27FC236}">
                <a16:creationId xmlns:a16="http://schemas.microsoft.com/office/drawing/2014/main" id="{CC5DF422-F239-4344-90F4-ACF5CDD9871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52525" y="3417888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18" name="Текст 3">
            <a:extLst>
              <a:ext uri="{FF2B5EF4-FFF2-40B4-BE49-F238E27FC236}">
                <a16:creationId xmlns:a16="http://schemas.microsoft.com/office/drawing/2014/main" id="{873CFA3B-777A-4432-997B-42386193428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415535" y="2213580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9" name="Текст 9">
            <a:extLst>
              <a:ext uri="{FF2B5EF4-FFF2-40B4-BE49-F238E27FC236}">
                <a16:creationId xmlns:a16="http://schemas.microsoft.com/office/drawing/2014/main" id="{8E5DB00B-54CF-4B0F-908B-41750390B7E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415535" y="3419286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36" name="Текст 3">
            <a:extLst>
              <a:ext uri="{FF2B5EF4-FFF2-40B4-BE49-F238E27FC236}">
                <a16:creationId xmlns:a16="http://schemas.microsoft.com/office/drawing/2014/main" id="{3AF21A78-B857-4694-9A14-0B139929147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750783" y="2210784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37" name="Текст 9">
            <a:extLst>
              <a:ext uri="{FF2B5EF4-FFF2-40B4-BE49-F238E27FC236}">
                <a16:creationId xmlns:a16="http://schemas.microsoft.com/office/drawing/2014/main" id="{F1369989-7532-4806-89FE-D836C967142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750783" y="3416490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38" name="Текст 3">
            <a:extLst>
              <a:ext uri="{FF2B5EF4-FFF2-40B4-BE49-F238E27FC236}">
                <a16:creationId xmlns:a16="http://schemas.microsoft.com/office/drawing/2014/main" id="{15A99355-9FCC-430F-A451-94411036237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4013793" y="2212182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39" name="Текст 9">
            <a:extLst>
              <a:ext uri="{FF2B5EF4-FFF2-40B4-BE49-F238E27FC236}">
                <a16:creationId xmlns:a16="http://schemas.microsoft.com/office/drawing/2014/main" id="{5F1A653F-5392-490D-A75A-BC782DC68A1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4013793" y="3417888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</p:spTree>
    <p:extLst>
      <p:ext uri="{BB962C8B-B14F-4D97-AF65-F5344CB8AC3E}">
        <p14:creationId xmlns:p14="http://schemas.microsoft.com/office/powerpoint/2010/main" val="122365278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5ECBE4D-E92E-4634-8544-785D2B35B05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986985" y="5182281"/>
            <a:ext cx="4648200" cy="3667125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575CDA3-3AA3-48C9-A9C1-2B57127A04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517164" y="7224711"/>
            <a:ext cx="3600450" cy="178117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EC16FA4-9CA7-471D-94C6-105D0316322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57425" y="1863499"/>
            <a:ext cx="14763750" cy="215265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0602DF4-442D-4E69-9AD7-1B21BE38BA5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4375" y="1770969"/>
            <a:ext cx="3600450" cy="1781175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E336E536-AA52-4F9A-A308-8469690E9E5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3973175" y="1770969"/>
            <a:ext cx="3600450" cy="1781175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A834AD8A-69BC-440A-8F9F-89035AD5E86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43775" y="1770969"/>
            <a:ext cx="3600450" cy="1781175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B3333250-0D2B-4EB3-8A3F-6498595DCF7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62125" y="3289187"/>
            <a:ext cx="14763750" cy="2152650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5EE31A93-1FA6-4F06-AA22-59CC625EF63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199368" y="4810806"/>
            <a:ext cx="14763750" cy="2152650"/>
          </a:xfrm>
          <a:prstGeom prst="rect">
            <a:avLst/>
          </a:prstGeom>
        </p:spPr>
      </p:pic>
      <p:sp>
        <p:nvSpPr>
          <p:cNvPr id="35" name="Текст 34">
            <a:extLst>
              <a:ext uri="{FF2B5EF4-FFF2-40B4-BE49-F238E27FC236}">
                <a16:creationId xmlns:a16="http://schemas.microsoft.com/office/drawing/2014/main" id="{59C4C3C6-3947-404C-80FC-1DBA22C696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92176" y="1946275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39" name="Текст 34">
            <a:extLst>
              <a:ext uri="{FF2B5EF4-FFF2-40B4-BE49-F238E27FC236}">
                <a16:creationId xmlns:a16="http://schemas.microsoft.com/office/drawing/2014/main" id="{D9581FA9-DDAE-47F6-B6CB-0C27C96E3FA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533294" y="1947529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2</a:t>
            </a:r>
            <a:r>
              <a:rPr lang="ru-RU" dirty="0"/>
              <a:t>.</a:t>
            </a:r>
          </a:p>
        </p:txBody>
      </p:sp>
      <p:sp>
        <p:nvSpPr>
          <p:cNvPr id="41" name="Текст 34">
            <a:extLst>
              <a:ext uri="{FF2B5EF4-FFF2-40B4-BE49-F238E27FC236}">
                <a16:creationId xmlns:a16="http://schemas.microsoft.com/office/drawing/2014/main" id="{83A1C5E5-C4E6-482E-89B1-70F85AF42B6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4157629" y="1951071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pic>
        <p:nvPicPr>
          <p:cNvPr id="49" name="Рисунок 48">
            <a:extLst>
              <a:ext uri="{FF2B5EF4-FFF2-40B4-BE49-F238E27FC236}">
                <a16:creationId xmlns:a16="http://schemas.microsoft.com/office/drawing/2014/main" id="{62FAFC3A-5BCE-44F2-9BA7-DDCA0383109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24162" y="4758851"/>
            <a:ext cx="3600450" cy="1781175"/>
          </a:xfrm>
          <a:prstGeom prst="rect">
            <a:avLst/>
          </a:prstGeom>
        </p:spPr>
      </p:pic>
      <p:pic>
        <p:nvPicPr>
          <p:cNvPr id="50" name="Рисунок 49">
            <a:extLst>
              <a:ext uri="{FF2B5EF4-FFF2-40B4-BE49-F238E27FC236}">
                <a16:creationId xmlns:a16="http://schemas.microsoft.com/office/drawing/2014/main" id="{A99FD765-7E36-4AC9-81CC-4A6CDF19CAF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3982962" y="4758851"/>
            <a:ext cx="3600450" cy="1781175"/>
          </a:xfrm>
          <a:prstGeom prst="rect">
            <a:avLst/>
          </a:prstGeom>
        </p:spPr>
      </p:pic>
      <p:pic>
        <p:nvPicPr>
          <p:cNvPr id="51" name="Рисунок 50">
            <a:extLst>
              <a:ext uri="{FF2B5EF4-FFF2-40B4-BE49-F238E27FC236}">
                <a16:creationId xmlns:a16="http://schemas.microsoft.com/office/drawing/2014/main" id="{2E376F7C-B28F-40EF-A1E7-A1D303D843E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53562" y="4758851"/>
            <a:ext cx="3600450" cy="1781175"/>
          </a:xfrm>
          <a:prstGeom prst="rect">
            <a:avLst/>
          </a:prstGeom>
        </p:spPr>
      </p:pic>
      <p:sp>
        <p:nvSpPr>
          <p:cNvPr id="52" name="Текст 34">
            <a:extLst>
              <a:ext uri="{FF2B5EF4-FFF2-40B4-BE49-F238E27FC236}">
                <a16:creationId xmlns:a16="http://schemas.microsoft.com/office/drawing/2014/main" id="{C52A85B4-8C60-4B36-B313-95F8F9FCFC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01963" y="4934157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54" name="Текст 34">
            <a:extLst>
              <a:ext uri="{FF2B5EF4-FFF2-40B4-BE49-F238E27FC236}">
                <a16:creationId xmlns:a16="http://schemas.microsoft.com/office/drawing/2014/main" id="{8B6927A2-0DBE-4BC7-B3D2-CCC8FA0A928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543081" y="4935411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2</a:t>
            </a:r>
            <a:r>
              <a:rPr lang="ru-RU" dirty="0"/>
              <a:t>.</a:t>
            </a:r>
          </a:p>
        </p:txBody>
      </p:sp>
      <p:sp>
        <p:nvSpPr>
          <p:cNvPr id="56" name="Текст 34">
            <a:extLst>
              <a:ext uri="{FF2B5EF4-FFF2-40B4-BE49-F238E27FC236}">
                <a16:creationId xmlns:a16="http://schemas.microsoft.com/office/drawing/2014/main" id="{0FD91000-031A-4E7B-A2B5-5D2A0480A73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4167416" y="4938953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sp>
        <p:nvSpPr>
          <p:cNvPr id="58" name="Текст 34">
            <a:extLst>
              <a:ext uri="{FF2B5EF4-FFF2-40B4-BE49-F238E27FC236}">
                <a16:creationId xmlns:a16="http://schemas.microsoft.com/office/drawing/2014/main" id="{2C7C855C-8FA2-4274-9BF5-DA203B0E23B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709374" y="7404114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sp>
        <p:nvSpPr>
          <p:cNvPr id="64" name="Заголовок 9">
            <a:extLst>
              <a:ext uri="{FF2B5EF4-FFF2-40B4-BE49-F238E27FC236}">
                <a16:creationId xmlns:a16="http://schemas.microsoft.com/office/drawing/2014/main" id="{ECCB9458-1706-40E4-9E02-0FE382566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0" name="Текст 5">
            <a:extLst>
              <a:ext uri="{FF2B5EF4-FFF2-40B4-BE49-F238E27FC236}">
                <a16:creationId xmlns:a16="http://schemas.microsoft.com/office/drawing/2014/main" id="{F77E2DCA-E7BC-497F-938E-3592304275B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90588" y="2457450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31" name="Текст 5">
            <a:extLst>
              <a:ext uri="{FF2B5EF4-FFF2-40B4-BE49-F238E27FC236}">
                <a16:creationId xmlns:a16="http://schemas.microsoft.com/office/drawing/2014/main" id="{8350AAF6-993F-4C6B-8F06-7391B1525B3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533294" y="2468968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32" name="Текст 5">
            <a:extLst>
              <a:ext uri="{FF2B5EF4-FFF2-40B4-BE49-F238E27FC236}">
                <a16:creationId xmlns:a16="http://schemas.microsoft.com/office/drawing/2014/main" id="{74F090D6-86FD-4867-8A5C-E92907BC22F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4144363" y="2458324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37" name="Текст 5">
            <a:extLst>
              <a:ext uri="{FF2B5EF4-FFF2-40B4-BE49-F238E27FC236}">
                <a16:creationId xmlns:a16="http://schemas.microsoft.com/office/drawing/2014/main" id="{DDFA75C2-E15C-467E-B971-336F75E2E8D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91986" y="5453721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43" name="Текст 5">
            <a:extLst>
              <a:ext uri="{FF2B5EF4-FFF2-40B4-BE49-F238E27FC236}">
                <a16:creationId xmlns:a16="http://schemas.microsoft.com/office/drawing/2014/main" id="{D1A069E7-859A-4CEC-BA63-460AEFE31D7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534692" y="5465239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44" name="Текст 5">
            <a:extLst>
              <a:ext uri="{FF2B5EF4-FFF2-40B4-BE49-F238E27FC236}">
                <a16:creationId xmlns:a16="http://schemas.microsoft.com/office/drawing/2014/main" id="{BE9225B9-A0B4-410F-8847-82BACF359115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4145761" y="5454595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46" name="Текст 5">
            <a:extLst>
              <a:ext uri="{FF2B5EF4-FFF2-40B4-BE49-F238E27FC236}">
                <a16:creationId xmlns:a16="http://schemas.microsoft.com/office/drawing/2014/main" id="{AB89A480-0814-4BB1-B1C8-CF52F026ADED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711754" y="7922690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</p:spTree>
    <p:extLst>
      <p:ext uri="{BB962C8B-B14F-4D97-AF65-F5344CB8AC3E}">
        <p14:creationId xmlns:p14="http://schemas.microsoft.com/office/powerpoint/2010/main" val="254756739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D62CFFC-E972-48BC-A239-1302EA9222B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1717296"/>
            <a:ext cx="8248650" cy="6831086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124D58D7-8109-481A-B577-481D89FDE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429627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3" name="Рисунок 11">
            <a:extLst>
              <a:ext uri="{FF2B5EF4-FFF2-40B4-BE49-F238E27FC236}">
                <a16:creationId xmlns:a16="http://schemas.microsoft.com/office/drawing/2014/main" id="{3651B9A9-190D-4F76-975D-8FD3987A28A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397365" y="714375"/>
            <a:ext cx="8068310" cy="4181475"/>
          </a:xfrm>
          <a:prstGeom prst="roundRect">
            <a:avLst>
              <a:gd name="adj" fmla="val 7639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5" name="Рисунок 11">
            <a:extLst>
              <a:ext uri="{FF2B5EF4-FFF2-40B4-BE49-F238E27FC236}">
                <a16:creationId xmlns:a16="http://schemas.microsoft.com/office/drawing/2014/main" id="{0DBB9C00-E83C-403C-A874-7338C61C9C5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397365" y="5391151"/>
            <a:ext cx="8068310" cy="4181475"/>
          </a:xfrm>
          <a:prstGeom prst="roundRect">
            <a:avLst>
              <a:gd name="adj" fmla="val 7639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9" name="Текст 2">
            <a:extLst>
              <a:ext uri="{FF2B5EF4-FFF2-40B4-BE49-F238E27FC236}">
                <a16:creationId xmlns:a16="http://schemas.microsoft.com/office/drawing/2014/main" id="{14C50B11-419F-460E-8E0B-E0287A7CAAB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2500" y="1898650"/>
            <a:ext cx="7540625" cy="6019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 сценарии поведения пользователей объединены в целые кластеры себе подобных.</a:t>
            </a:r>
          </a:p>
        </p:txBody>
      </p:sp>
    </p:spTree>
    <p:extLst>
      <p:ext uri="{BB962C8B-B14F-4D97-AF65-F5344CB8AC3E}">
        <p14:creationId xmlns:p14="http://schemas.microsoft.com/office/powerpoint/2010/main" val="266394625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D62CFFC-E972-48BC-A239-1302EA9222B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1717296"/>
            <a:ext cx="8248650" cy="6831086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124D58D7-8109-481A-B577-481D89FDE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429627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Рисунок 14">
            <a:extLst>
              <a:ext uri="{FF2B5EF4-FFF2-40B4-BE49-F238E27FC236}">
                <a16:creationId xmlns:a16="http://schemas.microsoft.com/office/drawing/2014/main" id="{71B40F52-9D5E-403D-A1ED-66DDF48D17F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521825" y="714375"/>
            <a:ext cx="8343900" cy="8343900"/>
          </a:xfrm>
          <a:prstGeom prst="roundRect">
            <a:avLst>
              <a:gd name="adj" fmla="val 5708"/>
            </a:avLst>
          </a:prstGeom>
          <a:effectLst>
            <a:softEdge rad="38100"/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endParaRPr lang="ru-RU" dirty="0"/>
          </a:p>
        </p:txBody>
      </p:sp>
      <p:sp>
        <p:nvSpPr>
          <p:cNvPr id="8" name="Текст 2">
            <a:extLst>
              <a:ext uri="{FF2B5EF4-FFF2-40B4-BE49-F238E27FC236}">
                <a16:creationId xmlns:a16="http://schemas.microsoft.com/office/drawing/2014/main" id="{4FB895DE-9832-4E83-8556-6A414A3910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2500" y="1898650"/>
            <a:ext cx="7540625" cy="6019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 сценарии поведения пользователей объединены в целые кластеры себе подобных.</a:t>
            </a:r>
          </a:p>
        </p:txBody>
      </p:sp>
    </p:spTree>
    <p:extLst>
      <p:ext uri="{BB962C8B-B14F-4D97-AF65-F5344CB8AC3E}">
        <p14:creationId xmlns:p14="http://schemas.microsoft.com/office/powerpoint/2010/main" val="77917977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3752C29D-F68C-431C-91D7-072125123FB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1706154"/>
            <a:ext cx="8248650" cy="318969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AF47ADA-863B-48F2-B87E-44915ADE56B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5773" y="5348378"/>
            <a:ext cx="8248650" cy="3189695"/>
          </a:xfrm>
          <a:prstGeom prst="rect">
            <a:avLst/>
          </a:prstGeom>
        </p:spPr>
      </p:pic>
      <p:sp>
        <p:nvSpPr>
          <p:cNvPr id="11" name="Заголовок 9">
            <a:extLst>
              <a:ext uri="{FF2B5EF4-FFF2-40B4-BE49-F238E27FC236}">
                <a16:creationId xmlns:a16="http://schemas.microsoft.com/office/drawing/2014/main" id="{EC74D3FA-4017-4604-9AF5-A14CC8923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281C4815-3C8E-4231-AE1B-E4E1409B689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2179" y="1706154"/>
            <a:ext cx="8248650" cy="3189695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BC51EAB8-91AC-4C9E-A9C2-0D0D03FBB32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3577" y="5348378"/>
            <a:ext cx="8248650" cy="3189695"/>
          </a:xfrm>
          <a:prstGeom prst="rect">
            <a:avLst/>
          </a:prstGeom>
        </p:spPr>
      </p:pic>
      <p:sp>
        <p:nvSpPr>
          <p:cNvPr id="12" name="Текст 2">
            <a:extLst>
              <a:ext uri="{FF2B5EF4-FFF2-40B4-BE49-F238E27FC236}">
                <a16:creationId xmlns:a16="http://schemas.microsoft.com/office/drawing/2014/main" id="{DF38F240-A6C8-4632-8D91-5B1B6F0F136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500" y="1898650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3" name="Текст 2">
            <a:extLst>
              <a:ext uri="{FF2B5EF4-FFF2-40B4-BE49-F238E27FC236}">
                <a16:creationId xmlns:a16="http://schemas.microsoft.com/office/drawing/2014/main" id="{04CF72A9-1AD8-4986-AD24-F4221BD88B9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52499" y="5570352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5" name="Текст 2">
            <a:extLst>
              <a:ext uri="{FF2B5EF4-FFF2-40B4-BE49-F238E27FC236}">
                <a16:creationId xmlns:a16="http://schemas.microsoft.com/office/drawing/2014/main" id="{FC3A6068-3522-450A-8BC3-6074229AEB0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61003" y="1902786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6" name="Текст 2">
            <a:extLst>
              <a:ext uri="{FF2B5EF4-FFF2-40B4-BE49-F238E27FC236}">
                <a16:creationId xmlns:a16="http://schemas.microsoft.com/office/drawing/2014/main" id="{00251C3A-0C66-4C34-9ED2-141B3328DF9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61002" y="5574488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</p:spTree>
    <p:extLst>
      <p:ext uri="{BB962C8B-B14F-4D97-AF65-F5344CB8AC3E}">
        <p14:creationId xmlns:p14="http://schemas.microsoft.com/office/powerpoint/2010/main" val="5683089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FB078041-8FE2-41C6-914D-197B333FD9C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5771" y="5351972"/>
            <a:ext cx="8251735" cy="3189695"/>
          </a:xfrm>
          <a:prstGeom prst="rect">
            <a:avLst/>
          </a:prstGeom>
        </p:spPr>
      </p:pic>
      <p:pic>
        <p:nvPicPr>
          <p:cNvPr id="42" name="Рисунок 41">
            <a:extLst>
              <a:ext uri="{FF2B5EF4-FFF2-40B4-BE49-F238E27FC236}">
                <a16:creationId xmlns:a16="http://schemas.microsoft.com/office/drawing/2014/main" id="{002F61F8-079C-4E9B-81F0-C4FDEB94557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2071" y="5571635"/>
            <a:ext cx="548896" cy="548896"/>
          </a:xfrm>
          <a:prstGeom prst="rect">
            <a:avLst/>
          </a:prstGeom>
        </p:spPr>
      </p:pic>
      <p:pic>
        <p:nvPicPr>
          <p:cNvPr id="43" name="Рисунок 42">
            <a:extLst>
              <a:ext uri="{FF2B5EF4-FFF2-40B4-BE49-F238E27FC236}">
                <a16:creationId xmlns:a16="http://schemas.microsoft.com/office/drawing/2014/main" id="{773FC554-EC62-455C-9EF5-4D52C4724BC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15894" y="5361759"/>
            <a:ext cx="8251735" cy="3189695"/>
          </a:xfrm>
          <a:prstGeom prst="rect">
            <a:avLst/>
          </a:prstGeom>
        </p:spPr>
      </p:pic>
      <p:pic>
        <p:nvPicPr>
          <p:cNvPr id="44" name="Рисунок 43">
            <a:extLst>
              <a:ext uri="{FF2B5EF4-FFF2-40B4-BE49-F238E27FC236}">
                <a16:creationId xmlns:a16="http://schemas.microsoft.com/office/drawing/2014/main" id="{657B71E1-3BCF-4641-8205-8BD86F06983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92194" y="5581422"/>
            <a:ext cx="548896" cy="548896"/>
          </a:xfrm>
          <a:prstGeom prst="rect">
            <a:avLst/>
          </a:prstGeom>
        </p:spPr>
      </p:pic>
      <p:sp>
        <p:nvSpPr>
          <p:cNvPr id="45" name="Текст 12">
            <a:extLst>
              <a:ext uri="{FF2B5EF4-FFF2-40B4-BE49-F238E27FC236}">
                <a16:creationId xmlns:a16="http://schemas.microsoft.com/office/drawing/2014/main" id="{A1EC15C9-E11A-491E-93DA-AD24A4532DD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5486" y="6249861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46" name="Текст 12">
            <a:extLst>
              <a:ext uri="{FF2B5EF4-FFF2-40B4-BE49-F238E27FC236}">
                <a16:creationId xmlns:a16="http://schemas.microsoft.com/office/drawing/2014/main" id="{D0E22D35-CD9C-4E5D-AC08-2B3B3B3499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563290" y="6249861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69F1BCC2-B988-4DA2-BC21-4443918CD7A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3" y="1701359"/>
            <a:ext cx="8251735" cy="3189695"/>
          </a:xfrm>
          <a:prstGeom prst="rect">
            <a:avLst/>
          </a:prstGeom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C6EEF3A8-A096-4E36-BDBD-12FBC3D5301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0673" y="1921022"/>
            <a:ext cx="548896" cy="548896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D3E881F2-24EC-4E02-8215-AD424374284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14496" y="1711146"/>
            <a:ext cx="8251735" cy="3189695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853EC41C-EB4B-42CF-91AF-B92AA76E561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90796" y="1930809"/>
            <a:ext cx="548896" cy="548896"/>
          </a:xfrm>
          <a:prstGeom prst="rect">
            <a:avLst/>
          </a:prstGeom>
        </p:spPr>
      </p:pic>
      <p:sp>
        <p:nvSpPr>
          <p:cNvPr id="11" name="Заголовок 9">
            <a:extLst>
              <a:ext uri="{FF2B5EF4-FFF2-40B4-BE49-F238E27FC236}">
                <a16:creationId xmlns:a16="http://schemas.microsoft.com/office/drawing/2014/main" id="{EC74D3FA-4017-4604-9AF5-A14CC8923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4" name="Текст 12">
            <a:extLst>
              <a:ext uri="{FF2B5EF4-FFF2-40B4-BE49-F238E27FC236}">
                <a16:creationId xmlns:a16="http://schemas.microsoft.com/office/drawing/2014/main" id="{C222A87D-30D4-4BB1-957D-8D81D4C4F03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54088" y="2599248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20" name="Текст 12">
            <a:extLst>
              <a:ext uri="{FF2B5EF4-FFF2-40B4-BE49-F238E27FC236}">
                <a16:creationId xmlns:a16="http://schemas.microsoft.com/office/drawing/2014/main" id="{9748A6C7-00EA-4AAF-A924-75A3E138A9A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561892" y="2599248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FBB5DA19-2F5D-466D-B579-008774787BB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0349" y="1960519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48" name="Текст 8">
            <a:extLst>
              <a:ext uri="{FF2B5EF4-FFF2-40B4-BE49-F238E27FC236}">
                <a16:creationId xmlns:a16="http://schemas.microsoft.com/office/drawing/2014/main" id="{99DADFC9-CAC9-4AFA-8400-5DD06CA990C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55689" y="1967243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50" name="Текст 8">
            <a:extLst>
              <a:ext uri="{FF2B5EF4-FFF2-40B4-BE49-F238E27FC236}">
                <a16:creationId xmlns:a16="http://schemas.microsoft.com/office/drawing/2014/main" id="{F32AD177-3EF7-4DEF-ACC3-E29CCE2B46B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0136" y="5611132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51" name="Текст 8">
            <a:extLst>
              <a:ext uri="{FF2B5EF4-FFF2-40B4-BE49-F238E27FC236}">
                <a16:creationId xmlns:a16="http://schemas.microsoft.com/office/drawing/2014/main" id="{FEDAA214-6779-4BB9-9F0C-9B7831D2342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565476" y="5617856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</p:spTree>
    <p:extLst>
      <p:ext uri="{BB962C8B-B14F-4D97-AF65-F5344CB8AC3E}">
        <p14:creationId xmlns:p14="http://schemas.microsoft.com/office/powerpoint/2010/main" val="423106211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7B2C6FB4-C6F6-4C44-ABBA-F23B1976F0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A01EB6D5-326F-49AB-83B6-FF70197F59C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5" y="1706563"/>
            <a:ext cx="5295900" cy="6942137"/>
          </a:xfrm>
          <a:prstGeom prst="roundRect">
            <a:avLst>
              <a:gd name="adj" fmla="val 7163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8CF85C3C-F169-4781-B136-ED157B6C33D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495794" y="1707961"/>
            <a:ext cx="5295900" cy="6942137"/>
          </a:xfrm>
          <a:prstGeom prst="roundRect">
            <a:avLst>
              <a:gd name="adj" fmla="val 668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E1D58777-D9A3-40D4-91DF-DA77DB2903A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2275815" y="1707961"/>
            <a:ext cx="5295900" cy="6942137"/>
          </a:xfrm>
          <a:prstGeom prst="roundRect">
            <a:avLst>
              <a:gd name="adj" fmla="val 6371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9471707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641526D-F8BF-4B73-9599-77847599A5E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462712" y="1710311"/>
            <a:ext cx="5362575" cy="3106825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C4B32CE-FD08-4440-9EF0-62BECAE289A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235585" y="1710311"/>
            <a:ext cx="5362575" cy="310682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5B1980E-AF6E-47C5-A511-BD83BDA41DF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9840" y="1710311"/>
            <a:ext cx="5362575" cy="3106825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DFFC465-6750-4768-B02F-9BE4D4C7D93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455721" y="5428036"/>
            <a:ext cx="5362575" cy="3106825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EF4B90E-EB2E-4B84-9C2C-DD9B4D3A98A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228594" y="5428036"/>
            <a:ext cx="5362575" cy="3106825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634B7C5-E747-42E0-9294-EC2C83ADA59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2849" y="5428036"/>
            <a:ext cx="5362575" cy="3106825"/>
          </a:xfrm>
          <a:prstGeom prst="rect">
            <a:avLst/>
          </a:prstGeom>
        </p:spPr>
      </p:pic>
      <p:sp>
        <p:nvSpPr>
          <p:cNvPr id="9" name="Заголовок 9">
            <a:extLst>
              <a:ext uri="{FF2B5EF4-FFF2-40B4-BE49-F238E27FC236}">
                <a16:creationId xmlns:a16="http://schemas.microsoft.com/office/drawing/2014/main" id="{3A148E0B-30CC-4CF6-92F8-F1361BDA0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0" name="Текст 18">
            <a:extLst>
              <a:ext uri="{FF2B5EF4-FFF2-40B4-BE49-F238E27FC236}">
                <a16:creationId xmlns:a16="http://schemas.microsoft.com/office/drawing/2014/main" id="{865CE2F5-63FA-4D0B-9320-826A8466788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3536" y="1911350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2" name="Текст 18">
            <a:extLst>
              <a:ext uri="{FF2B5EF4-FFF2-40B4-BE49-F238E27FC236}">
                <a16:creationId xmlns:a16="http://schemas.microsoft.com/office/drawing/2014/main" id="{E590927A-786E-488B-9963-8507B596CC1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63323" y="5629075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5" name="Текст 18">
            <a:extLst>
              <a:ext uri="{FF2B5EF4-FFF2-40B4-BE49-F238E27FC236}">
                <a16:creationId xmlns:a16="http://schemas.microsoft.com/office/drawing/2014/main" id="{6FE452D5-4AF8-4A5F-8527-DA8D814DA64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734955" y="1912748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6" name="Текст 18">
            <a:extLst>
              <a:ext uri="{FF2B5EF4-FFF2-40B4-BE49-F238E27FC236}">
                <a16:creationId xmlns:a16="http://schemas.microsoft.com/office/drawing/2014/main" id="{98578273-4687-41F3-9591-4E6E1FA4282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44742" y="5630473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9" name="Текст 18">
            <a:extLst>
              <a:ext uri="{FF2B5EF4-FFF2-40B4-BE49-F238E27FC236}">
                <a16:creationId xmlns:a16="http://schemas.microsoft.com/office/drawing/2014/main" id="{C778C7EE-97A5-4744-BF56-6A3A7A25B84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2533152" y="1922535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30" name="Текст 18">
            <a:extLst>
              <a:ext uri="{FF2B5EF4-FFF2-40B4-BE49-F238E27FC236}">
                <a16:creationId xmlns:a16="http://schemas.microsoft.com/office/drawing/2014/main" id="{1B3A2C8A-D7A9-4791-90F8-3C3B2D2F498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2542939" y="5640260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38126132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641526D-F8BF-4B73-9599-77847599A5E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462712" y="1710311"/>
            <a:ext cx="5362575" cy="3106825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C4B32CE-FD08-4440-9EF0-62BECAE289A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235585" y="1710311"/>
            <a:ext cx="5362575" cy="310682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5B1980E-AF6E-47C5-A511-BD83BDA41DF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9840" y="1710311"/>
            <a:ext cx="5362575" cy="3106825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DFFC465-6750-4768-B02F-9BE4D4C7D93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455721" y="5428036"/>
            <a:ext cx="5362575" cy="3106825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EF4B90E-EB2E-4B84-9C2C-DD9B4D3A98A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228594" y="5428036"/>
            <a:ext cx="5362575" cy="3106825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634B7C5-E747-42E0-9294-EC2C83ADA59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2849" y="5428036"/>
            <a:ext cx="5362575" cy="3106825"/>
          </a:xfrm>
          <a:prstGeom prst="rect">
            <a:avLst/>
          </a:prstGeom>
        </p:spPr>
      </p:pic>
      <p:sp>
        <p:nvSpPr>
          <p:cNvPr id="9" name="Заголовок 9">
            <a:extLst>
              <a:ext uri="{FF2B5EF4-FFF2-40B4-BE49-F238E27FC236}">
                <a16:creationId xmlns:a16="http://schemas.microsoft.com/office/drawing/2014/main" id="{3A148E0B-30CC-4CF6-92F8-F1361BDA0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83787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0" name="Текст 18">
            <a:extLst>
              <a:ext uri="{FF2B5EF4-FFF2-40B4-BE49-F238E27FC236}">
                <a16:creationId xmlns:a16="http://schemas.microsoft.com/office/drawing/2014/main" id="{865CE2F5-63FA-4D0B-9320-826A8466788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3536" y="2512499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sp>
        <p:nvSpPr>
          <p:cNvPr id="22" name="Текст 18">
            <a:extLst>
              <a:ext uri="{FF2B5EF4-FFF2-40B4-BE49-F238E27FC236}">
                <a16:creationId xmlns:a16="http://schemas.microsoft.com/office/drawing/2014/main" id="{E590927A-786E-488B-9963-8507B596CC1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63323" y="6230224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</a:t>
            </a:r>
            <a:r>
              <a:rPr lang="ru-RU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й</a:t>
            </a:r>
            <a:endParaRPr lang="en-US" sz="3200" dirty="0"/>
          </a:p>
        </p:txBody>
      </p:sp>
      <p:sp>
        <p:nvSpPr>
          <p:cNvPr id="25" name="Текст 18">
            <a:extLst>
              <a:ext uri="{FF2B5EF4-FFF2-40B4-BE49-F238E27FC236}">
                <a16:creationId xmlns:a16="http://schemas.microsoft.com/office/drawing/2014/main" id="{6FE452D5-4AF8-4A5F-8527-DA8D814DA64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734955" y="2513897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sp>
        <p:nvSpPr>
          <p:cNvPr id="26" name="Текст 18">
            <a:extLst>
              <a:ext uri="{FF2B5EF4-FFF2-40B4-BE49-F238E27FC236}">
                <a16:creationId xmlns:a16="http://schemas.microsoft.com/office/drawing/2014/main" id="{98578273-4687-41F3-9591-4E6E1FA4282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44742" y="6231622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</a:t>
            </a:r>
            <a:r>
              <a:rPr lang="ru-RU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й</a:t>
            </a:r>
            <a:endParaRPr lang="en-US" sz="3200" dirty="0"/>
          </a:p>
        </p:txBody>
      </p:sp>
      <p:sp>
        <p:nvSpPr>
          <p:cNvPr id="29" name="Текст 18">
            <a:extLst>
              <a:ext uri="{FF2B5EF4-FFF2-40B4-BE49-F238E27FC236}">
                <a16:creationId xmlns:a16="http://schemas.microsoft.com/office/drawing/2014/main" id="{C778C7EE-97A5-4744-BF56-6A3A7A25B84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2533152" y="2523684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sp>
        <p:nvSpPr>
          <p:cNvPr id="30" name="Текст 18">
            <a:extLst>
              <a:ext uri="{FF2B5EF4-FFF2-40B4-BE49-F238E27FC236}">
                <a16:creationId xmlns:a16="http://schemas.microsoft.com/office/drawing/2014/main" id="{1B3A2C8A-D7A9-4791-90F8-3C3B2D2F498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2542939" y="6241409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156C874A-BD4C-4438-9044-43C8657F37E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0673" y="1851743"/>
            <a:ext cx="548896" cy="548896"/>
          </a:xfrm>
          <a:prstGeom prst="rect">
            <a:avLst/>
          </a:prstGeom>
        </p:spPr>
      </p:pic>
      <p:sp>
        <p:nvSpPr>
          <p:cNvPr id="16" name="Текст 8">
            <a:extLst>
              <a:ext uri="{FF2B5EF4-FFF2-40B4-BE49-F238E27FC236}">
                <a16:creationId xmlns:a16="http://schemas.microsoft.com/office/drawing/2014/main" id="{F8F6E311-0D27-49D0-8531-DC5964A1961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50349" y="1891240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364CB7EB-DE29-482C-8C88-A1E36AFF86D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72092" y="1853141"/>
            <a:ext cx="548896" cy="548896"/>
          </a:xfrm>
          <a:prstGeom prst="rect">
            <a:avLst/>
          </a:prstGeom>
        </p:spPr>
      </p:pic>
      <p:sp>
        <p:nvSpPr>
          <p:cNvPr id="21" name="Текст 8">
            <a:extLst>
              <a:ext uri="{FF2B5EF4-FFF2-40B4-BE49-F238E27FC236}">
                <a16:creationId xmlns:a16="http://schemas.microsoft.com/office/drawing/2014/main" id="{C3D69292-EBBB-4C7B-A711-3A967450645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731768" y="1892638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9FF45467-0638-4BED-A170-30160F04585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478678" y="1854539"/>
            <a:ext cx="548896" cy="548896"/>
          </a:xfrm>
          <a:prstGeom prst="rect">
            <a:avLst/>
          </a:prstGeom>
        </p:spPr>
      </p:pic>
      <p:sp>
        <p:nvSpPr>
          <p:cNvPr id="24" name="Текст 8">
            <a:extLst>
              <a:ext uri="{FF2B5EF4-FFF2-40B4-BE49-F238E27FC236}">
                <a16:creationId xmlns:a16="http://schemas.microsoft.com/office/drawing/2014/main" id="{1C2385B0-B0CC-4967-8DA5-A8C8201656D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2538354" y="1894036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DA4E317A-1F18-49A6-9ECB-FCF459306FB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3018" y="5585558"/>
            <a:ext cx="548896" cy="548896"/>
          </a:xfrm>
          <a:prstGeom prst="rect">
            <a:avLst/>
          </a:prstGeom>
        </p:spPr>
      </p:pic>
      <p:sp>
        <p:nvSpPr>
          <p:cNvPr id="28" name="Текст 8">
            <a:extLst>
              <a:ext uri="{FF2B5EF4-FFF2-40B4-BE49-F238E27FC236}">
                <a16:creationId xmlns:a16="http://schemas.microsoft.com/office/drawing/2014/main" id="{E70B18BD-F499-49BD-AC84-C0D77D5D75C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12694" y="5625055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8ACF5B11-830E-4FA0-9316-DE4C7DD2A8B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34437" y="5586956"/>
            <a:ext cx="548896" cy="548896"/>
          </a:xfrm>
          <a:prstGeom prst="rect">
            <a:avLst/>
          </a:prstGeom>
        </p:spPr>
      </p:pic>
      <p:sp>
        <p:nvSpPr>
          <p:cNvPr id="32" name="Текст 8">
            <a:extLst>
              <a:ext uri="{FF2B5EF4-FFF2-40B4-BE49-F238E27FC236}">
                <a16:creationId xmlns:a16="http://schemas.microsoft.com/office/drawing/2014/main" id="{AD78E378-9C4F-4A92-9083-918D7C4321B3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794113" y="5626453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2F4480A8-EC02-4F32-82B8-003353A425A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541023" y="5588354"/>
            <a:ext cx="548896" cy="548896"/>
          </a:xfrm>
          <a:prstGeom prst="rect">
            <a:avLst/>
          </a:prstGeom>
        </p:spPr>
      </p:pic>
      <p:sp>
        <p:nvSpPr>
          <p:cNvPr id="34" name="Текст 8">
            <a:extLst>
              <a:ext uri="{FF2B5EF4-FFF2-40B4-BE49-F238E27FC236}">
                <a16:creationId xmlns:a16="http://schemas.microsoft.com/office/drawing/2014/main" id="{EBF5B629-E477-4226-9E21-5067B7A8585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2600699" y="5627851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</p:spTree>
    <p:extLst>
      <p:ext uri="{BB962C8B-B14F-4D97-AF65-F5344CB8AC3E}">
        <p14:creationId xmlns:p14="http://schemas.microsoft.com/office/powerpoint/2010/main" val="126549033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CBF2D6C-21C8-4779-9D23-0CCC7DA72B9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1710436"/>
            <a:ext cx="16859250" cy="6821168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F3CD9750-E38B-40F9-BCCF-E277A925B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413570403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F5F8ACE-3E1C-4E39-B472-143D79ED0B6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4977" y="1684282"/>
            <a:ext cx="8248650" cy="6851744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97D4C63-E01B-4945-B60C-D2946014BAB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1684282"/>
            <a:ext cx="8248650" cy="6851744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graphicFrame>
        <p:nvGraphicFramePr>
          <p:cNvPr id="9" name="Диаграмма 8">
            <a:extLst>
              <a:ext uri="{FF2B5EF4-FFF2-40B4-BE49-F238E27FC236}">
                <a16:creationId xmlns:a16="http://schemas.microsoft.com/office/drawing/2014/main" id="{495573C3-4AA9-45B3-983F-DCFC27C4DA0F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4133660916"/>
              </p:ext>
            </p:extLst>
          </p:nvPr>
        </p:nvGraphicFramePr>
        <p:xfrm>
          <a:off x="9656617" y="1982459"/>
          <a:ext cx="7582767" cy="50391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Заголовок 9">
            <a:extLst>
              <a:ext uri="{FF2B5EF4-FFF2-40B4-BE49-F238E27FC236}">
                <a16:creationId xmlns:a16="http://schemas.microsoft.com/office/drawing/2014/main" id="{635939A2-24AA-4602-8842-9F39E411C2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3" name="Текст 2">
            <a:extLst>
              <a:ext uri="{FF2B5EF4-FFF2-40B4-BE49-F238E27FC236}">
                <a16:creationId xmlns:a16="http://schemas.microsoft.com/office/drawing/2014/main" id="{E4E25D1F-DF6C-4600-85F0-89C866A4726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2500" y="1898649"/>
            <a:ext cx="7540625" cy="644000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</p:spTree>
    <p:extLst>
      <p:ext uri="{BB962C8B-B14F-4D97-AF65-F5344CB8AC3E}">
        <p14:creationId xmlns:p14="http://schemas.microsoft.com/office/powerpoint/2010/main" val="383136013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80007F1-7E97-4CCE-9A29-BFD83D60556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1711354"/>
            <a:ext cx="16859250" cy="6820250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graphicFrame>
        <p:nvGraphicFramePr>
          <p:cNvPr id="4" name="Диаграмма 3">
            <a:extLst>
              <a:ext uri="{FF2B5EF4-FFF2-40B4-BE49-F238E27FC236}">
                <a16:creationId xmlns:a16="http://schemas.microsoft.com/office/drawing/2014/main" id="{9CC94E47-8036-4118-B62C-DE6184867044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2966961868"/>
              </p:ext>
            </p:extLst>
          </p:nvPr>
        </p:nvGraphicFramePr>
        <p:xfrm>
          <a:off x="1286957" y="2595484"/>
          <a:ext cx="7496825" cy="50761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" name="Диаграмма 4">
            <a:extLst>
              <a:ext uri="{FF2B5EF4-FFF2-40B4-BE49-F238E27FC236}">
                <a16:creationId xmlns:a16="http://schemas.microsoft.com/office/drawing/2014/main" id="{2AFC3533-23C9-4CED-A445-6E85CA868050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2563595689"/>
              </p:ext>
            </p:extLst>
          </p:nvPr>
        </p:nvGraphicFramePr>
        <p:xfrm>
          <a:off x="9504220" y="2595483"/>
          <a:ext cx="7496825" cy="50761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AACD8758-D2E7-4AD3-B184-673B73C713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22507271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70F82ED-6DDA-4DF9-83FA-1F1DB1E0247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1711354"/>
            <a:ext cx="16859250" cy="6820250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graphicFrame>
        <p:nvGraphicFramePr>
          <p:cNvPr id="4" name="Таблица 10">
            <a:extLst>
              <a:ext uri="{FF2B5EF4-FFF2-40B4-BE49-F238E27FC236}">
                <a16:creationId xmlns:a16="http://schemas.microsoft.com/office/drawing/2014/main" id="{4E562170-3E91-4D96-BE30-C110237F5AF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89029810"/>
              </p:ext>
            </p:extLst>
          </p:nvPr>
        </p:nvGraphicFramePr>
        <p:xfrm>
          <a:off x="1074261" y="2071299"/>
          <a:ext cx="16157020" cy="6057635"/>
        </p:xfrm>
        <a:graphic>
          <a:graphicData uri="http://schemas.openxmlformats.org/drawingml/2006/table">
            <a:tbl>
              <a:tblPr firstRow="1" bandRow="1">
                <a:tableStyleId>{2A488322-F2BA-4B5B-9748-0D474271808F}</a:tableStyleId>
              </a:tblPr>
              <a:tblGrid>
                <a:gridCol w="1615702">
                  <a:extLst>
                    <a:ext uri="{9D8B030D-6E8A-4147-A177-3AD203B41FA5}">
                      <a16:colId xmlns:a16="http://schemas.microsoft.com/office/drawing/2014/main" val="3110552859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230449320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863217932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712258154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097600003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4026847932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885818285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567442515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3680074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969290082"/>
                    </a:ext>
                  </a:extLst>
                </a:gridCol>
              </a:tblGrid>
              <a:tr h="751124">
                <a:tc>
                  <a:txBody>
                    <a:bodyPr/>
                    <a:lstStyle/>
                    <a:p>
                      <a:r>
                        <a:rPr lang="ru-RU" sz="2400" dirty="0">
                          <a:latin typeface="+mj-lt"/>
                        </a:rPr>
                        <a:t>Таблица</a:t>
                      </a:r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1704135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64468371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59079977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08654218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92837535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83167209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15114594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814005"/>
                  </a:ext>
                </a:extLst>
              </a:tr>
            </a:tbl>
          </a:graphicData>
        </a:graphic>
      </p:graphicFrame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DEAF7BF6-5466-49A4-A22E-9658A429BC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94742783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Logo 2">
            <a:extLst>
              <a:ext uri="{FF2B5EF4-FFF2-40B4-BE49-F238E27FC236}">
                <a16:creationId xmlns:a16="http://schemas.microsoft.com/office/drawing/2014/main" id="{F1F5113F-0417-493E-A617-2CCE169D32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384996" y="1333500"/>
            <a:ext cx="8422049" cy="7429500"/>
          </a:xfrm>
          <a:prstGeom prst="rect">
            <a:avLst/>
          </a:prstGeom>
        </p:spPr>
      </p:pic>
      <p:sp>
        <p:nvSpPr>
          <p:cNvPr id="7" name="Текст 4">
            <a:extLst>
              <a:ext uri="{FF2B5EF4-FFF2-40B4-BE49-F238E27FC236}">
                <a16:creationId xmlns:a16="http://schemas.microsoft.com/office/drawing/2014/main" id="{5058C5E0-31C9-416B-84BC-54D3368D1D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14375" y="1428750"/>
            <a:ext cx="7953375" cy="70485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96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Шаблон для презентации</a:t>
            </a:r>
          </a:p>
        </p:txBody>
      </p:sp>
    </p:spTree>
    <p:extLst>
      <p:ext uri="{BB962C8B-B14F-4D97-AF65-F5344CB8AC3E}">
        <p14:creationId xmlns:p14="http://schemas.microsoft.com/office/powerpoint/2010/main" val="55466358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48E8A81A-61CA-4CF7-A415-6B979B86D5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4375" y="1142999"/>
            <a:ext cx="12810036" cy="1591492"/>
          </a:xfrm>
          <a:prstGeom prst="rect">
            <a:avLst/>
          </a:prstGeom>
        </p:spPr>
        <p:txBody>
          <a:bodyPr/>
          <a:lstStyle>
            <a:lvl1pPr algn="l">
              <a:defRPr sz="96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Слайд - разделитель</a:t>
            </a:r>
          </a:p>
        </p:txBody>
      </p:sp>
      <p:sp>
        <p:nvSpPr>
          <p:cNvPr id="7" name="Текст 5">
            <a:extLst>
              <a:ext uri="{FF2B5EF4-FFF2-40B4-BE49-F238E27FC236}">
                <a16:creationId xmlns:a16="http://schemas.microsoft.com/office/drawing/2014/main" id="{FBCC4F03-8004-4143-B155-5A12936C61A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06791" y="1938745"/>
            <a:ext cx="12486409" cy="986593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76800">
                <a:solidFill>
                  <a:schemeClr val="bg1"/>
                </a:solidFill>
                <a:latin typeface="Nunito ExtraBold" pitchFamily="2" charset="-52"/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350103137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64C277B2-BDC6-4C6C-859A-6483CF1F1CF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2390775"/>
            <a:ext cx="14287500" cy="3810000"/>
          </a:xfrm>
          <a:prstGeom prst="rect">
            <a:avLst/>
          </a:prstGeom>
        </p:spPr>
      </p:pic>
      <p:sp>
        <p:nvSpPr>
          <p:cNvPr id="23" name="Заголовок 9">
            <a:extLst>
              <a:ext uri="{FF2B5EF4-FFF2-40B4-BE49-F238E27FC236}">
                <a16:creationId xmlns:a16="http://schemas.microsoft.com/office/drawing/2014/main" id="{2A251B0B-F3A3-4267-A4B5-F3EBD6B3BA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4373" y="344274"/>
            <a:ext cx="16859254" cy="1707809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</a:t>
            </a:r>
            <a:br>
              <a:rPr lang="en-US" dirty="0"/>
            </a:br>
            <a:r>
              <a:rPr lang="ru-RU" dirty="0"/>
              <a:t>заголовка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698D00E-4355-40A6-8C19-77FF4348B80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47750" y="2647950"/>
            <a:ext cx="13600113" cy="3341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9600">
                <a:solidFill>
                  <a:srgbClr val="286FE5"/>
                </a:solidFill>
                <a:latin typeface="Nunito Sans Bold" pitchFamily="2" charset="-52"/>
              </a:defRPr>
            </a:lvl1pPr>
          </a:lstStyle>
          <a:p>
            <a:pPr lvl="0"/>
            <a:r>
              <a:rPr lang="ru-RU" dirty="0"/>
              <a:t>Было принято около</a:t>
            </a:r>
          </a:p>
          <a:p>
            <a:pPr lvl="0"/>
            <a:r>
              <a:rPr lang="ru-RU" dirty="0"/>
              <a:t>600 абитуриентов</a:t>
            </a:r>
          </a:p>
        </p:txBody>
      </p:sp>
    </p:spTree>
    <p:extLst>
      <p:ext uri="{BB962C8B-B14F-4D97-AF65-F5344CB8AC3E}">
        <p14:creationId xmlns:p14="http://schemas.microsoft.com/office/powerpoint/2010/main" val="76256972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9">
            <a:extLst>
              <a:ext uri="{FF2B5EF4-FFF2-40B4-BE49-F238E27FC236}">
                <a16:creationId xmlns:a16="http://schemas.microsoft.com/office/drawing/2014/main" id="{1A45BF42-8547-4F80-8725-507CCAF5E7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4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Extra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8611012-1265-4F4C-911C-E330CF43E8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4977" y="1706601"/>
            <a:ext cx="8248650" cy="6829425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6" name="Текст 23">
            <a:extLst>
              <a:ext uri="{FF2B5EF4-FFF2-40B4-BE49-F238E27FC236}">
                <a16:creationId xmlns:a16="http://schemas.microsoft.com/office/drawing/2014/main" id="{5A4FEC76-4699-487E-8239-C15808EDD93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658352" y="2117725"/>
            <a:ext cx="7505700" cy="60515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ans SemiBold" pitchFamily="2" charset="-52"/>
              </a:defRPr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 Господа, постоянное обеспечение.</a:t>
            </a:r>
            <a:endParaRPr lang="en-US" sz="3600" dirty="0">
              <a:latin typeface="Nunito Sans SemiBold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6B6F745-18EF-4B92-9232-0D2CE287508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4" y="1706601"/>
            <a:ext cx="8248650" cy="6829425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8" name="Текст 23">
            <a:extLst>
              <a:ext uri="{FF2B5EF4-FFF2-40B4-BE49-F238E27FC236}">
                <a16:creationId xmlns:a16="http://schemas.microsoft.com/office/drawing/2014/main" id="{9FF6986F-2810-4102-9F83-07D67CA3967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47749" y="2117725"/>
            <a:ext cx="7505700" cy="60515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ans SemiBold" pitchFamily="2" charset="-52"/>
              </a:defRPr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 Господа, постоянное обеспечение.</a:t>
            </a:r>
            <a:endParaRPr lang="en-US" sz="3600" dirty="0">
              <a:latin typeface="Nunito Sans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429044291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Рисунок 14">
            <a:extLst>
              <a:ext uri="{FF2B5EF4-FFF2-40B4-BE49-F238E27FC236}">
                <a16:creationId xmlns:a16="http://schemas.microsoft.com/office/drawing/2014/main" id="{DC0CB4DC-E927-468E-94BD-1242278FD8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521825" y="714375"/>
            <a:ext cx="8343900" cy="8343900"/>
          </a:xfrm>
          <a:prstGeom prst="roundRect">
            <a:avLst>
              <a:gd name="adj" fmla="val 5708"/>
            </a:avLst>
          </a:prstGeom>
          <a:effectLst>
            <a:softEdge rad="38100"/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E89DB18-E1B1-4EF4-BA87-F4FBF1C327B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3B631C73-7DA6-4C42-956E-A679912B9647}"/>
              </a:ext>
            </a:extLst>
          </p:cNvPr>
          <p:cNvSpPr/>
          <p:nvPr userDrawn="1"/>
        </p:nvSpPr>
        <p:spPr>
          <a:xfrm>
            <a:off x="1047750" y="2295525"/>
            <a:ext cx="7223414" cy="5504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</a:pPr>
            <a:endParaRPr lang="en-US" sz="3600" dirty="0"/>
          </a:p>
        </p:txBody>
      </p:sp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FA315BEE-BC5D-4E40-A3E3-073B22F1A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248652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Extra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0" name="Текст 2">
            <a:extLst>
              <a:ext uri="{FF2B5EF4-FFF2-40B4-BE49-F238E27FC236}">
                <a16:creationId xmlns:a16="http://schemas.microsoft.com/office/drawing/2014/main" id="{BE80D66E-38F6-4AE8-A579-8AE98ED81EC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50" y="2295525"/>
            <a:ext cx="7651750" cy="5503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тщательные. Как принято считать, базовые сценарии поведения пользователей объединены, базовые сценарии поведения </a:t>
            </a:r>
          </a:p>
        </p:txBody>
      </p:sp>
    </p:spTree>
    <p:extLst>
      <p:ext uri="{BB962C8B-B14F-4D97-AF65-F5344CB8AC3E}">
        <p14:creationId xmlns:p14="http://schemas.microsoft.com/office/powerpoint/2010/main" val="2731802753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9">
            <a:extLst>
              <a:ext uri="{FF2B5EF4-FFF2-40B4-BE49-F238E27FC236}">
                <a16:creationId xmlns:a16="http://schemas.microsoft.com/office/drawing/2014/main" id="{6FC7FFA0-9BD1-2802-5684-0D250E76C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A781CCB-D23C-802D-DEA2-EA298C9C180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2052638"/>
            <a:ext cx="10287454" cy="6133419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Рисунок 9">
            <a:extLst>
              <a:ext uri="{FF2B5EF4-FFF2-40B4-BE49-F238E27FC236}">
                <a16:creationId xmlns:a16="http://schemas.microsoft.com/office/drawing/2014/main" id="{E9A991A7-15A0-4347-90FC-BFF7E705F13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1625263" y="714375"/>
            <a:ext cx="5953125" cy="8858250"/>
          </a:xfrm>
          <a:prstGeom prst="roundRect">
            <a:avLst>
              <a:gd name="adj" fmla="val 7930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219BDA1B-8B0C-4353-B655-A6E6F546E8F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50" y="2295525"/>
            <a:ext cx="9690158" cy="5503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</a:t>
            </a:r>
            <a:r>
              <a:rPr lang="ru-RU" dirty="0" err="1"/>
              <a:t>тщательные.Как</a:t>
            </a:r>
            <a:r>
              <a:rPr lang="ru-RU" dirty="0"/>
              <a:t> принято считать, базовые сценарии поведения пользователей объединены. Как принято считать, базовые сценарии поведения пользователей объединены в целые кластеры себе подобных. А также тщательные.</a:t>
            </a:r>
          </a:p>
        </p:txBody>
      </p:sp>
    </p:spTree>
    <p:extLst>
      <p:ext uri="{BB962C8B-B14F-4D97-AF65-F5344CB8AC3E}">
        <p14:creationId xmlns:p14="http://schemas.microsoft.com/office/powerpoint/2010/main" val="401806754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9">
            <a:extLst>
              <a:ext uri="{FF2B5EF4-FFF2-40B4-BE49-F238E27FC236}">
                <a16:creationId xmlns:a16="http://schemas.microsoft.com/office/drawing/2014/main" id="{EC12DDEC-4F27-B7C4-EA8A-DCC667981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4" name="Рисунок 6">
            <a:extLst>
              <a:ext uri="{FF2B5EF4-FFF2-40B4-BE49-F238E27FC236}">
                <a16:creationId xmlns:a16="http://schemas.microsoft.com/office/drawing/2014/main" id="{557EC503-DDC0-69D2-065D-06994CDABC2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5" y="1658938"/>
            <a:ext cx="8081963" cy="6948487"/>
          </a:xfrm>
          <a:prstGeom prst="roundRect">
            <a:avLst>
              <a:gd name="adj" fmla="val 640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Рисунок 6">
            <a:extLst>
              <a:ext uri="{FF2B5EF4-FFF2-40B4-BE49-F238E27FC236}">
                <a16:creationId xmlns:a16="http://schemas.microsoft.com/office/drawing/2014/main" id="{43090C0F-09D3-8DC7-7AF1-8FAEBAE2D7A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491662" y="1658483"/>
            <a:ext cx="8081963" cy="6948487"/>
          </a:xfrm>
          <a:prstGeom prst="roundRect">
            <a:avLst>
              <a:gd name="adj" fmla="val 5922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8070929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9">
            <a:extLst>
              <a:ext uri="{FF2B5EF4-FFF2-40B4-BE49-F238E27FC236}">
                <a16:creationId xmlns:a16="http://schemas.microsoft.com/office/drawing/2014/main" id="{C40BB6BC-2B41-861F-189D-279EA3E7D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5" name="Рисунок 5">
            <a:extLst>
              <a:ext uri="{FF2B5EF4-FFF2-40B4-BE49-F238E27FC236}">
                <a16:creationId xmlns:a16="http://schemas.microsoft.com/office/drawing/2014/main" id="{F545BFBD-E4F5-4C4D-B423-E9FDA6188DA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3" y="1571625"/>
            <a:ext cx="16859252" cy="7143750"/>
          </a:xfrm>
          <a:prstGeom prst="roundRect">
            <a:avLst>
              <a:gd name="adj" fmla="val 6685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2652905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9">
            <a:extLst>
              <a:ext uri="{FF2B5EF4-FFF2-40B4-BE49-F238E27FC236}">
                <a16:creationId xmlns:a16="http://schemas.microsoft.com/office/drawing/2014/main" id="{1A8B13EF-E25F-377E-B0E3-72DFAC3483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4" name="Рисунок 9">
            <a:extLst>
              <a:ext uri="{FF2B5EF4-FFF2-40B4-BE49-F238E27FC236}">
                <a16:creationId xmlns:a16="http://schemas.microsoft.com/office/drawing/2014/main" id="{477ACEF1-E219-F732-3BB5-07CA6FE497C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159" y="1480911"/>
            <a:ext cx="8074456" cy="3421291"/>
          </a:xfrm>
          <a:prstGeom prst="roundRect">
            <a:avLst>
              <a:gd name="adj" fmla="val 759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Рисунок 9">
            <a:extLst>
              <a:ext uri="{FF2B5EF4-FFF2-40B4-BE49-F238E27FC236}">
                <a16:creationId xmlns:a16="http://schemas.microsoft.com/office/drawing/2014/main" id="{11D2835E-FE49-E2CE-24DE-8146109A377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4373" y="5203375"/>
            <a:ext cx="8074456" cy="3421291"/>
          </a:xfrm>
          <a:prstGeom prst="roundRect">
            <a:avLst>
              <a:gd name="adj" fmla="val 8330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6" name="Рисунок 9">
            <a:extLst>
              <a:ext uri="{FF2B5EF4-FFF2-40B4-BE49-F238E27FC236}">
                <a16:creationId xmlns:a16="http://schemas.microsoft.com/office/drawing/2014/main" id="{CB82BC76-FA42-6DD7-A982-5999C081679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498743" y="1480911"/>
            <a:ext cx="8074456" cy="3421291"/>
          </a:xfrm>
          <a:prstGeom prst="roundRect">
            <a:avLst>
              <a:gd name="adj" fmla="val 808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7" name="Рисунок 9">
            <a:extLst>
              <a:ext uri="{FF2B5EF4-FFF2-40B4-BE49-F238E27FC236}">
                <a16:creationId xmlns:a16="http://schemas.microsoft.com/office/drawing/2014/main" id="{E4B9651C-A8BD-523E-A21D-BB58F4EB1C0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498743" y="5203374"/>
            <a:ext cx="8074456" cy="3421291"/>
          </a:xfrm>
          <a:prstGeom prst="roundRect">
            <a:avLst>
              <a:gd name="adj" fmla="val 7840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3662077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4B94EB6-77C2-177B-7D7B-EAEAA84A3D4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E971C5F-6772-8C16-FCBA-23C3412064B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49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Заголовок 9">
            <a:extLst>
              <a:ext uri="{FF2B5EF4-FFF2-40B4-BE49-F238E27FC236}">
                <a16:creationId xmlns:a16="http://schemas.microsoft.com/office/drawing/2014/main" id="{E07B7992-7CDC-89B4-37DA-3C4A3F71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Текст 23">
            <a:extLst>
              <a:ext uri="{FF2B5EF4-FFF2-40B4-BE49-F238E27FC236}">
                <a16:creationId xmlns:a16="http://schemas.microsoft.com/office/drawing/2014/main" id="{63212F80-92B0-46DD-AC38-E1AB547A168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49" y="2385327"/>
            <a:ext cx="7505700" cy="51639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</a:t>
            </a:r>
            <a:endParaRPr lang="en-US" sz="3600" dirty="0">
              <a:latin typeface="Nunito Sans SemiBold"/>
            </a:endParaRPr>
          </a:p>
        </p:txBody>
      </p:sp>
      <p:sp>
        <p:nvSpPr>
          <p:cNvPr id="13" name="Текст 23">
            <a:extLst>
              <a:ext uri="{FF2B5EF4-FFF2-40B4-BE49-F238E27FC236}">
                <a16:creationId xmlns:a16="http://schemas.microsoft.com/office/drawing/2014/main" id="{7698702A-8E97-4917-BF6E-D20FF56ED7A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639483" y="2385326"/>
            <a:ext cx="7505700" cy="51639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</a:t>
            </a:r>
            <a:endParaRPr lang="en-US" sz="3600" dirty="0">
              <a:latin typeface="Nunito Sans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50342576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15E3A87-9302-256F-D988-384ABF69CD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1785937"/>
            <a:ext cx="16859250" cy="6715125"/>
          </a:xfrm>
          <a:prstGeom prst="rect">
            <a:avLst/>
          </a:prstGeom>
        </p:spPr>
      </p:pic>
      <p:sp>
        <p:nvSpPr>
          <p:cNvPr id="4" name="Заголовок 9">
            <a:extLst>
              <a:ext uri="{FF2B5EF4-FFF2-40B4-BE49-F238E27FC236}">
                <a16:creationId xmlns:a16="http://schemas.microsoft.com/office/drawing/2014/main" id="{9B4E5FC5-6E58-CDE2-EB2C-9474BB12EE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Текст 23">
            <a:extLst>
              <a:ext uri="{FF2B5EF4-FFF2-40B4-BE49-F238E27FC236}">
                <a16:creationId xmlns:a16="http://schemas.microsoft.com/office/drawing/2014/main" id="{BAF53B57-539B-443D-9F22-B3C8E6C05E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49" y="2125269"/>
            <a:ext cx="16116126" cy="602044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С другой стороны, высокотехнологичная концепция общественного уклада обеспечивает актуальность </a:t>
            </a:r>
            <a:r>
              <a:rPr lang="ru-RU" sz="3600" dirty="0" err="1">
                <a:latin typeface="Nunito Sans SemiBold"/>
              </a:rPr>
              <a:t>приоретизации</a:t>
            </a:r>
            <a:r>
              <a:rPr lang="ru-RU" sz="3600" dirty="0">
                <a:latin typeface="Nunito Sans SemiBold"/>
              </a:rPr>
              <a:t> разума над эмоциями. Картельные сговоры не допускают ситуации, при которой реплицированные с зарубежных источников, современные исследования формируют глобальную экономическую сеть и при этом — ограничены исключительно образом мышления. Значимость этих проблем настолько очевидна, что выбранный нами инновационный путь говорит о возможностях системы массового участия. С другой стороны, высокотехнологичная концепция общественного уклада обеспечивает актуальность </a:t>
            </a:r>
            <a:r>
              <a:rPr lang="ru-RU" sz="3600" dirty="0" err="1">
                <a:latin typeface="Nunito Sans SemiBold"/>
              </a:rPr>
              <a:t>приоретизации</a:t>
            </a:r>
            <a:r>
              <a:rPr lang="ru-RU" sz="3600" dirty="0">
                <a:latin typeface="Nunito Sans SemiBold"/>
              </a:rPr>
              <a:t> разума над эмоциями. </a:t>
            </a:r>
          </a:p>
        </p:txBody>
      </p:sp>
    </p:spTree>
    <p:extLst>
      <p:ext uri="{BB962C8B-B14F-4D97-AF65-F5344CB8AC3E}">
        <p14:creationId xmlns:p14="http://schemas.microsoft.com/office/powerpoint/2010/main" val="82237747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269F1B95-101B-C0CF-26AC-0EB4AEDFDC9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448800" y="1919286"/>
            <a:ext cx="8124825" cy="6448425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F6B62BA-D638-4705-35A3-5C1A5000C27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1919287"/>
            <a:ext cx="8124825" cy="6448425"/>
          </a:xfrm>
          <a:prstGeom prst="rect">
            <a:avLst/>
          </a:prstGeom>
        </p:spPr>
      </p:pic>
      <p:sp>
        <p:nvSpPr>
          <p:cNvPr id="11" name="Заголовок 9">
            <a:extLst>
              <a:ext uri="{FF2B5EF4-FFF2-40B4-BE49-F238E27FC236}">
                <a16:creationId xmlns:a16="http://schemas.microsoft.com/office/drawing/2014/main" id="{0C2E3F58-8934-ED42-DACC-B5DC2D1E2F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7" name="Текст 3">
            <a:extLst>
              <a:ext uri="{FF2B5EF4-FFF2-40B4-BE49-F238E27FC236}">
                <a16:creationId xmlns:a16="http://schemas.microsoft.com/office/drawing/2014/main" id="{C3881149-E7F8-43DE-84B9-99672D863C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52525" y="2326028"/>
            <a:ext cx="7267576" cy="73017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4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8" name="Текст 9">
            <a:extLst>
              <a:ext uri="{FF2B5EF4-FFF2-40B4-BE49-F238E27FC236}">
                <a16:creationId xmlns:a16="http://schemas.microsoft.com/office/drawing/2014/main" id="{1EEEEB4B-C721-454D-AAA7-E70BC9E85A3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52525" y="4010025"/>
            <a:ext cx="7267575" cy="38671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 считать, базовые сценарии поведения</a:t>
            </a:r>
          </a:p>
        </p:txBody>
      </p:sp>
      <p:sp>
        <p:nvSpPr>
          <p:cNvPr id="20" name="Текст 3">
            <a:extLst>
              <a:ext uri="{FF2B5EF4-FFF2-40B4-BE49-F238E27FC236}">
                <a16:creationId xmlns:a16="http://schemas.microsoft.com/office/drawing/2014/main" id="{84E4D35C-BA0F-4467-A365-1E28B645F4B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877424" y="2326027"/>
            <a:ext cx="7267576" cy="73017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4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1FC5CA01-8FD3-4F92-A849-7F032248853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877424" y="4010024"/>
            <a:ext cx="7267575" cy="38671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 считать, базовые сценарии поведения</a:t>
            </a:r>
          </a:p>
        </p:txBody>
      </p:sp>
    </p:spTree>
    <p:extLst>
      <p:ext uri="{BB962C8B-B14F-4D97-AF65-F5344CB8AC3E}">
        <p14:creationId xmlns:p14="http://schemas.microsoft.com/office/powerpoint/2010/main" val="3502876066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5FA3BB8B-08FA-DE47-0B31-7DC3FD3ADE9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668375" y="1919285"/>
            <a:ext cx="3905250" cy="6448425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8A9C922C-C613-DDFE-718A-B59D0B9E4BE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46408" y="1919286"/>
            <a:ext cx="3905250" cy="6448425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F38CB98F-27D4-9CEA-3602-D4C197E25FB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36342" y="1919286"/>
            <a:ext cx="3905250" cy="6448425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58F9EDD2-2887-E675-2E4D-EB5D58167C4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1919287"/>
            <a:ext cx="3905250" cy="6448425"/>
          </a:xfrm>
          <a:prstGeom prst="rect">
            <a:avLst/>
          </a:prstGeom>
        </p:spPr>
      </p:pic>
      <p:sp>
        <p:nvSpPr>
          <p:cNvPr id="15" name="Заголовок 9">
            <a:extLst>
              <a:ext uri="{FF2B5EF4-FFF2-40B4-BE49-F238E27FC236}">
                <a16:creationId xmlns:a16="http://schemas.microsoft.com/office/drawing/2014/main" id="{3F3F3877-B5EF-29DE-FC88-B2CD3DD1E3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Текст 3">
            <a:extLst>
              <a:ext uri="{FF2B5EF4-FFF2-40B4-BE49-F238E27FC236}">
                <a16:creationId xmlns:a16="http://schemas.microsoft.com/office/drawing/2014/main" id="{411EF16D-BCF1-41A8-B454-FBAE2158758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52525" y="2212182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9" name="Текст 9">
            <a:extLst>
              <a:ext uri="{FF2B5EF4-FFF2-40B4-BE49-F238E27FC236}">
                <a16:creationId xmlns:a16="http://schemas.microsoft.com/office/drawing/2014/main" id="{E4FF2471-B709-4F8E-BEB3-DD95DFAF3C5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52525" y="3417888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22" name="Текст 3">
            <a:extLst>
              <a:ext uri="{FF2B5EF4-FFF2-40B4-BE49-F238E27FC236}">
                <a16:creationId xmlns:a16="http://schemas.microsoft.com/office/drawing/2014/main" id="{113E40B1-7724-461B-9381-D0336A435BC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415535" y="2213580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5FEC63FE-D5D9-4812-959C-30B8BEF1F1F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415535" y="3419286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24" name="Текст 3">
            <a:extLst>
              <a:ext uri="{FF2B5EF4-FFF2-40B4-BE49-F238E27FC236}">
                <a16:creationId xmlns:a16="http://schemas.microsoft.com/office/drawing/2014/main" id="{C1A067F3-1374-41FA-963E-90DB130190C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750783" y="2210784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D587C188-7208-4C3D-B7AB-DFCED17A98D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750783" y="3416490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26" name="Текст 3">
            <a:extLst>
              <a:ext uri="{FF2B5EF4-FFF2-40B4-BE49-F238E27FC236}">
                <a16:creationId xmlns:a16="http://schemas.microsoft.com/office/drawing/2014/main" id="{64562EF9-604D-4A27-B172-04A055121D1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4013793" y="2212182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7" name="Текст 9">
            <a:extLst>
              <a:ext uri="{FF2B5EF4-FFF2-40B4-BE49-F238E27FC236}">
                <a16:creationId xmlns:a16="http://schemas.microsoft.com/office/drawing/2014/main" id="{7C3F6CA2-3053-49B9-9C96-5C45493AC1F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4013793" y="3417888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</p:spTree>
    <p:extLst>
      <p:ext uri="{BB962C8B-B14F-4D97-AF65-F5344CB8AC3E}">
        <p14:creationId xmlns:p14="http://schemas.microsoft.com/office/powerpoint/2010/main" val="92487056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Рисунок 44">
            <a:extLst>
              <a:ext uri="{FF2B5EF4-FFF2-40B4-BE49-F238E27FC236}">
                <a16:creationId xmlns:a16="http://schemas.microsoft.com/office/drawing/2014/main" id="{0F7DCF16-1A91-461C-8611-5B4D655F590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987225" y="5179858"/>
            <a:ext cx="4648200" cy="3667125"/>
          </a:xfrm>
          <a:prstGeom prst="rect">
            <a:avLst/>
          </a:prstGeom>
        </p:spPr>
      </p:pic>
      <p:pic>
        <p:nvPicPr>
          <p:cNvPr id="46" name="Рисунок 45">
            <a:extLst>
              <a:ext uri="{FF2B5EF4-FFF2-40B4-BE49-F238E27FC236}">
                <a16:creationId xmlns:a16="http://schemas.microsoft.com/office/drawing/2014/main" id="{6B2F25F9-6B9B-48B9-9913-F22A93389B7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05805" y="3228319"/>
            <a:ext cx="14629620" cy="2419350"/>
          </a:xfrm>
          <a:prstGeom prst="rect">
            <a:avLst/>
          </a:prstGeom>
        </p:spPr>
      </p:pic>
      <p:pic>
        <p:nvPicPr>
          <p:cNvPr id="47" name="Рисунок 46">
            <a:extLst>
              <a:ext uri="{FF2B5EF4-FFF2-40B4-BE49-F238E27FC236}">
                <a16:creationId xmlns:a16="http://schemas.microsoft.com/office/drawing/2014/main" id="{5FA865C7-30A9-4966-9389-43E5EFD042D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05805" y="4617912"/>
            <a:ext cx="14249400" cy="2419350"/>
          </a:xfrm>
          <a:prstGeom prst="rect">
            <a:avLst/>
          </a:prstGeom>
        </p:spPr>
      </p:pic>
      <p:pic>
        <p:nvPicPr>
          <p:cNvPr id="48" name="Рисунок 47">
            <a:extLst>
              <a:ext uri="{FF2B5EF4-FFF2-40B4-BE49-F238E27FC236}">
                <a16:creationId xmlns:a16="http://schemas.microsoft.com/office/drawing/2014/main" id="{F3065798-F67A-4190-96FF-8665136828D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53004" y="1665678"/>
            <a:ext cx="14629620" cy="2419350"/>
          </a:xfrm>
          <a:prstGeom prst="rect">
            <a:avLst/>
          </a:prstGeom>
        </p:spPr>
      </p:pic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154A8BBC-0245-43D4-8846-008F6042373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982128" y="4760209"/>
            <a:ext cx="3600450" cy="1781175"/>
          </a:xfrm>
          <a:prstGeom prst="rect">
            <a:avLst/>
          </a:prstGeom>
        </p:spPr>
      </p:pic>
      <p:pic>
        <p:nvPicPr>
          <p:cNvPr id="43" name="Рисунок 42">
            <a:extLst>
              <a:ext uri="{FF2B5EF4-FFF2-40B4-BE49-F238E27FC236}">
                <a16:creationId xmlns:a16="http://schemas.microsoft.com/office/drawing/2014/main" id="{170A7DDA-2DFE-40F5-8ED0-DAA5706B772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54051" y="4761326"/>
            <a:ext cx="3600450" cy="1781175"/>
          </a:xfrm>
          <a:prstGeom prst="rect">
            <a:avLst/>
          </a:prstGeom>
        </p:spPr>
      </p:pic>
      <p:pic>
        <p:nvPicPr>
          <p:cNvPr id="44" name="Рисунок 43">
            <a:extLst>
              <a:ext uri="{FF2B5EF4-FFF2-40B4-BE49-F238E27FC236}">
                <a16:creationId xmlns:a16="http://schemas.microsoft.com/office/drawing/2014/main" id="{FCA18619-7031-4ED3-A695-659F92D4FC8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4600" y="4763561"/>
            <a:ext cx="3600450" cy="1781175"/>
          </a:xfrm>
          <a:prstGeom prst="rect">
            <a:avLst/>
          </a:prstGeom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F425F72B-5F42-40F4-8626-3B81AA8B4BA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972341" y="1770142"/>
            <a:ext cx="3600450" cy="1781175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6FDDE7F1-1EC5-43A1-A271-356E56AE508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44264" y="1771259"/>
            <a:ext cx="3600450" cy="1781175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B7001407-6A94-46BD-B694-55C9E57D60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4813" y="1773494"/>
            <a:ext cx="3600450" cy="1781175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575CDA3-3AA3-48C9-A9C1-2B57127A04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517164" y="7224711"/>
            <a:ext cx="3600450" cy="1781175"/>
          </a:xfrm>
          <a:prstGeom prst="rect">
            <a:avLst/>
          </a:prstGeom>
        </p:spPr>
      </p:pic>
      <p:sp>
        <p:nvSpPr>
          <p:cNvPr id="30" name="Заголовок 9">
            <a:extLst>
              <a:ext uri="{FF2B5EF4-FFF2-40B4-BE49-F238E27FC236}">
                <a16:creationId xmlns:a16="http://schemas.microsoft.com/office/drawing/2014/main" id="{E24AAD49-301F-4E9E-895C-3A23178459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5" name="Текст 34">
            <a:extLst>
              <a:ext uri="{FF2B5EF4-FFF2-40B4-BE49-F238E27FC236}">
                <a16:creationId xmlns:a16="http://schemas.microsoft.com/office/drawing/2014/main" id="{59C4C3C6-3947-404C-80FC-1DBA22C696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92176" y="1946275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39" name="Текст 34">
            <a:extLst>
              <a:ext uri="{FF2B5EF4-FFF2-40B4-BE49-F238E27FC236}">
                <a16:creationId xmlns:a16="http://schemas.microsoft.com/office/drawing/2014/main" id="{D9581FA9-DDAE-47F6-B6CB-0C27C96E3FA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533294" y="1947529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en-US" dirty="0"/>
              <a:t>2</a:t>
            </a:r>
            <a:r>
              <a:rPr lang="ru-RU" dirty="0"/>
              <a:t>.</a:t>
            </a:r>
          </a:p>
        </p:txBody>
      </p:sp>
      <p:sp>
        <p:nvSpPr>
          <p:cNvPr id="41" name="Текст 34">
            <a:extLst>
              <a:ext uri="{FF2B5EF4-FFF2-40B4-BE49-F238E27FC236}">
                <a16:creationId xmlns:a16="http://schemas.microsoft.com/office/drawing/2014/main" id="{83A1C5E5-C4E6-482E-89B1-70F85AF42B6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4157629" y="1951071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sp>
        <p:nvSpPr>
          <p:cNvPr id="52" name="Текст 34">
            <a:extLst>
              <a:ext uri="{FF2B5EF4-FFF2-40B4-BE49-F238E27FC236}">
                <a16:creationId xmlns:a16="http://schemas.microsoft.com/office/drawing/2014/main" id="{C52A85B4-8C60-4B36-B313-95F8F9FCFC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01963" y="4934157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54" name="Текст 34">
            <a:extLst>
              <a:ext uri="{FF2B5EF4-FFF2-40B4-BE49-F238E27FC236}">
                <a16:creationId xmlns:a16="http://schemas.microsoft.com/office/drawing/2014/main" id="{8B6927A2-0DBE-4BC7-B3D2-CCC8FA0A928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543081" y="4935411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en-US" dirty="0"/>
              <a:t>2</a:t>
            </a:r>
            <a:r>
              <a:rPr lang="ru-RU" dirty="0"/>
              <a:t>.</a:t>
            </a:r>
          </a:p>
        </p:txBody>
      </p:sp>
      <p:sp>
        <p:nvSpPr>
          <p:cNvPr id="56" name="Текст 34">
            <a:extLst>
              <a:ext uri="{FF2B5EF4-FFF2-40B4-BE49-F238E27FC236}">
                <a16:creationId xmlns:a16="http://schemas.microsoft.com/office/drawing/2014/main" id="{0FD91000-031A-4E7B-A2B5-5D2A0480A73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4167416" y="4938953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sp>
        <p:nvSpPr>
          <p:cNvPr id="58" name="Текст 34">
            <a:extLst>
              <a:ext uri="{FF2B5EF4-FFF2-40B4-BE49-F238E27FC236}">
                <a16:creationId xmlns:a16="http://schemas.microsoft.com/office/drawing/2014/main" id="{2C7C855C-8FA2-4274-9BF5-DA203B0E23B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709374" y="7404114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sp>
        <p:nvSpPr>
          <p:cNvPr id="28" name="Текст 5">
            <a:extLst>
              <a:ext uri="{FF2B5EF4-FFF2-40B4-BE49-F238E27FC236}">
                <a16:creationId xmlns:a16="http://schemas.microsoft.com/office/drawing/2014/main" id="{A6A1F3AA-EC64-4496-B06B-D3B0B71FF0D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90588" y="2457450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29" name="Текст 5">
            <a:extLst>
              <a:ext uri="{FF2B5EF4-FFF2-40B4-BE49-F238E27FC236}">
                <a16:creationId xmlns:a16="http://schemas.microsoft.com/office/drawing/2014/main" id="{EC2DB3F5-DF97-4BE1-A675-661B92333C1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533294" y="2468968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31" name="Текст 5">
            <a:extLst>
              <a:ext uri="{FF2B5EF4-FFF2-40B4-BE49-F238E27FC236}">
                <a16:creationId xmlns:a16="http://schemas.microsoft.com/office/drawing/2014/main" id="{52C569DF-4FDE-4133-AEE2-08F6B1C5ACF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4144363" y="2458324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36" name="Текст 5">
            <a:extLst>
              <a:ext uri="{FF2B5EF4-FFF2-40B4-BE49-F238E27FC236}">
                <a16:creationId xmlns:a16="http://schemas.microsoft.com/office/drawing/2014/main" id="{F4812D15-585B-4A50-8C86-4B8887FFCF55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91986" y="5453721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49" name="Текст 5">
            <a:extLst>
              <a:ext uri="{FF2B5EF4-FFF2-40B4-BE49-F238E27FC236}">
                <a16:creationId xmlns:a16="http://schemas.microsoft.com/office/drawing/2014/main" id="{403211CB-3E1A-4A32-B77F-C791CAC6268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534692" y="5465239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50" name="Текст 5">
            <a:extLst>
              <a:ext uri="{FF2B5EF4-FFF2-40B4-BE49-F238E27FC236}">
                <a16:creationId xmlns:a16="http://schemas.microsoft.com/office/drawing/2014/main" id="{BEA25344-4B59-4371-93FD-4D2BA4CC7DE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4145761" y="5454595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51" name="Текст 5">
            <a:extLst>
              <a:ext uri="{FF2B5EF4-FFF2-40B4-BE49-F238E27FC236}">
                <a16:creationId xmlns:a16="http://schemas.microsoft.com/office/drawing/2014/main" id="{BADD4C73-D133-4951-9688-797F3FB8502C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711754" y="7922690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</p:spTree>
    <p:extLst>
      <p:ext uri="{BB962C8B-B14F-4D97-AF65-F5344CB8AC3E}">
        <p14:creationId xmlns:p14="http://schemas.microsoft.com/office/powerpoint/2010/main" val="282724929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AF1E401-C77C-4810-B7D4-4F477EE092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1717296"/>
            <a:ext cx="8248650" cy="6831086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Заголовок 9">
            <a:extLst>
              <a:ext uri="{FF2B5EF4-FFF2-40B4-BE49-F238E27FC236}">
                <a16:creationId xmlns:a16="http://schemas.microsoft.com/office/drawing/2014/main" id="{989A4D09-0D0B-4BBA-A63F-4D6FE63FE3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429627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Рисунок 11">
            <a:extLst>
              <a:ext uri="{FF2B5EF4-FFF2-40B4-BE49-F238E27FC236}">
                <a16:creationId xmlns:a16="http://schemas.microsoft.com/office/drawing/2014/main" id="{B9004BDE-5AB0-41C7-898A-865025EA389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397365" y="714375"/>
            <a:ext cx="8068310" cy="4181475"/>
          </a:xfrm>
          <a:prstGeom prst="roundRect">
            <a:avLst>
              <a:gd name="adj" fmla="val 7639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9" name="Рисунок 11">
            <a:extLst>
              <a:ext uri="{FF2B5EF4-FFF2-40B4-BE49-F238E27FC236}">
                <a16:creationId xmlns:a16="http://schemas.microsoft.com/office/drawing/2014/main" id="{FDDE9C28-7A4A-45EF-83C0-8AF8874507A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397365" y="5391151"/>
            <a:ext cx="8068310" cy="4181475"/>
          </a:xfrm>
          <a:prstGeom prst="roundRect">
            <a:avLst>
              <a:gd name="adj" fmla="val 7639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1" name="Текст 2">
            <a:extLst>
              <a:ext uri="{FF2B5EF4-FFF2-40B4-BE49-F238E27FC236}">
                <a16:creationId xmlns:a16="http://schemas.microsoft.com/office/drawing/2014/main" id="{091BDD12-8A29-4433-AA22-FBCC570F6A1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5471" y="1901242"/>
            <a:ext cx="7651750" cy="62864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тщательные. Как принято считать, базовые сценарии поведения пользователей объединены, базовые сценарии поведения</a:t>
            </a:r>
            <a:r>
              <a:rPr lang="en-US" dirty="0"/>
              <a:t>. </a:t>
            </a:r>
            <a:r>
              <a:rPr lang="ru-RU" dirty="0"/>
              <a:t>Как принято считать, базовые сценарии</a:t>
            </a:r>
          </a:p>
        </p:txBody>
      </p:sp>
    </p:spTree>
    <p:extLst>
      <p:ext uri="{BB962C8B-B14F-4D97-AF65-F5344CB8AC3E}">
        <p14:creationId xmlns:p14="http://schemas.microsoft.com/office/powerpoint/2010/main" val="336536861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AF1E401-C77C-4810-B7D4-4F477EE092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1717296"/>
            <a:ext cx="8248650" cy="6831086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Заголовок 9">
            <a:extLst>
              <a:ext uri="{FF2B5EF4-FFF2-40B4-BE49-F238E27FC236}">
                <a16:creationId xmlns:a16="http://schemas.microsoft.com/office/drawing/2014/main" id="{989A4D09-0D0B-4BBA-A63F-4D6FE63FE3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429627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Рисунок 14">
            <a:extLst>
              <a:ext uri="{FF2B5EF4-FFF2-40B4-BE49-F238E27FC236}">
                <a16:creationId xmlns:a16="http://schemas.microsoft.com/office/drawing/2014/main" id="{29570EF1-E2AF-468D-BDAC-EF12E546C44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521825" y="714375"/>
            <a:ext cx="8343900" cy="8343900"/>
          </a:xfrm>
          <a:prstGeom prst="roundRect">
            <a:avLst>
              <a:gd name="adj" fmla="val 5708"/>
            </a:avLst>
          </a:prstGeom>
          <a:effectLst>
            <a:softEdge rad="38100"/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endParaRPr lang="ru-RU" dirty="0"/>
          </a:p>
        </p:txBody>
      </p:sp>
      <p:sp>
        <p:nvSpPr>
          <p:cNvPr id="7" name="Текст 2">
            <a:extLst>
              <a:ext uri="{FF2B5EF4-FFF2-40B4-BE49-F238E27FC236}">
                <a16:creationId xmlns:a16="http://schemas.microsoft.com/office/drawing/2014/main" id="{CF6C7EEE-9388-4E35-B61B-CE5512AA87F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5471" y="1901242"/>
            <a:ext cx="7651750" cy="62864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тщательные. Как принято считать, базовые сценарии поведения пользователей объединены, базовые сценарии поведения</a:t>
            </a:r>
            <a:r>
              <a:rPr lang="en-US" dirty="0"/>
              <a:t>. </a:t>
            </a:r>
            <a:r>
              <a:rPr lang="ru-RU" dirty="0"/>
              <a:t>Как принято считать, базовые сценарии</a:t>
            </a:r>
          </a:p>
        </p:txBody>
      </p:sp>
    </p:spTree>
    <p:extLst>
      <p:ext uri="{BB962C8B-B14F-4D97-AF65-F5344CB8AC3E}">
        <p14:creationId xmlns:p14="http://schemas.microsoft.com/office/powerpoint/2010/main" val="244930055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CCE77920-5553-41DF-A238-E87A98C4E80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4977" y="5379550"/>
            <a:ext cx="8248650" cy="3161317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BCCB7BB7-391E-47AE-8991-9842573CC1D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5371161"/>
            <a:ext cx="8248650" cy="3161317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A139C1A8-3719-4691-9436-125B73266C0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4977" y="1706154"/>
            <a:ext cx="8248650" cy="3181305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58627604-B8B7-41F2-A43C-684CE5C59DF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1714543"/>
            <a:ext cx="8248650" cy="3181305"/>
          </a:xfrm>
          <a:prstGeom prst="rect">
            <a:avLst/>
          </a:prstGeom>
        </p:spPr>
      </p:pic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064269B4-F01D-47B4-BBE1-431852280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2" name="Текст 2">
            <a:extLst>
              <a:ext uri="{FF2B5EF4-FFF2-40B4-BE49-F238E27FC236}">
                <a16:creationId xmlns:a16="http://schemas.microsoft.com/office/drawing/2014/main" id="{B1B44AC1-9ED8-4B9F-80FC-C4F0787B379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500" y="1898650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3" name="Текст 2">
            <a:extLst>
              <a:ext uri="{FF2B5EF4-FFF2-40B4-BE49-F238E27FC236}">
                <a16:creationId xmlns:a16="http://schemas.microsoft.com/office/drawing/2014/main" id="{B48403A2-66F0-42C7-90F4-74CD82B481B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52499" y="5570352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4" name="Текст 2">
            <a:extLst>
              <a:ext uri="{FF2B5EF4-FFF2-40B4-BE49-F238E27FC236}">
                <a16:creationId xmlns:a16="http://schemas.microsoft.com/office/drawing/2014/main" id="{92EE5EF8-85FA-4142-B807-2DECBF279CF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61003" y="1902786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5" name="Текст 2">
            <a:extLst>
              <a:ext uri="{FF2B5EF4-FFF2-40B4-BE49-F238E27FC236}">
                <a16:creationId xmlns:a16="http://schemas.microsoft.com/office/drawing/2014/main" id="{34225329-4AF6-4D79-8BC3-F072C35D1F6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61002" y="5574488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</p:spTree>
    <p:extLst>
      <p:ext uri="{BB962C8B-B14F-4D97-AF65-F5344CB8AC3E}">
        <p14:creationId xmlns:p14="http://schemas.microsoft.com/office/powerpoint/2010/main" val="192569534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AC96222-B27A-4526-ADB4-9E0DE8AFA54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5771" y="5351972"/>
            <a:ext cx="8251735" cy="3189695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581A58A-5C43-4F65-96B4-D3E0FA4BA9A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2071" y="5571635"/>
            <a:ext cx="548896" cy="548896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33DDBCB-D96C-43D1-9681-C20B02C48F4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15894" y="5361759"/>
            <a:ext cx="8251735" cy="3189695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949D7F3D-3C4D-4EFB-9C7E-EFEE159D827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92194" y="5581422"/>
            <a:ext cx="548896" cy="548896"/>
          </a:xfrm>
          <a:prstGeom prst="rect">
            <a:avLst/>
          </a:prstGeom>
        </p:spPr>
      </p:pic>
      <p:sp>
        <p:nvSpPr>
          <p:cNvPr id="7" name="Текст 12">
            <a:extLst>
              <a:ext uri="{FF2B5EF4-FFF2-40B4-BE49-F238E27FC236}">
                <a16:creationId xmlns:a16="http://schemas.microsoft.com/office/drawing/2014/main" id="{9554D433-DDAD-4E3C-AF17-4A68870CF04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5486" y="6249861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8" name="Текст 12">
            <a:extLst>
              <a:ext uri="{FF2B5EF4-FFF2-40B4-BE49-F238E27FC236}">
                <a16:creationId xmlns:a16="http://schemas.microsoft.com/office/drawing/2014/main" id="{539DEC1D-798B-4A6E-B2BD-877257F1565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563290" y="6249861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2BEE72-9F3B-4837-8AE2-E27661425DE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3" y="1701359"/>
            <a:ext cx="8251735" cy="3189695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0D9168B-18D8-433A-88FD-D292387D442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0673" y="1921022"/>
            <a:ext cx="548896" cy="548896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76C573A1-025B-4A9E-A728-B9ED9415ED4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14496" y="1711146"/>
            <a:ext cx="8251735" cy="3189695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A91DCC3-16E6-48C0-879B-49F3B5E22CC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90796" y="1930809"/>
            <a:ext cx="548896" cy="548896"/>
          </a:xfrm>
          <a:prstGeom prst="rect">
            <a:avLst/>
          </a:prstGeom>
        </p:spPr>
      </p:pic>
      <p:sp>
        <p:nvSpPr>
          <p:cNvPr id="13" name="Заголовок 9">
            <a:extLst>
              <a:ext uri="{FF2B5EF4-FFF2-40B4-BE49-F238E27FC236}">
                <a16:creationId xmlns:a16="http://schemas.microsoft.com/office/drawing/2014/main" id="{F1996EEA-2F50-4E7E-A598-14D4082977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4" name="Текст 12">
            <a:extLst>
              <a:ext uri="{FF2B5EF4-FFF2-40B4-BE49-F238E27FC236}">
                <a16:creationId xmlns:a16="http://schemas.microsoft.com/office/drawing/2014/main" id="{F0A52D20-1FF5-40BF-A87F-5C94CC9F9CD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54088" y="2599248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15" name="Текст 12">
            <a:extLst>
              <a:ext uri="{FF2B5EF4-FFF2-40B4-BE49-F238E27FC236}">
                <a16:creationId xmlns:a16="http://schemas.microsoft.com/office/drawing/2014/main" id="{6F6FB69F-B829-4A58-BD20-CC6BA7CDF2B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561892" y="2599248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16" name="Текст 8">
            <a:extLst>
              <a:ext uri="{FF2B5EF4-FFF2-40B4-BE49-F238E27FC236}">
                <a16:creationId xmlns:a16="http://schemas.microsoft.com/office/drawing/2014/main" id="{9795EF7A-A07A-48B4-86E6-E71A2504B8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0349" y="1960519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17" name="Текст 8">
            <a:extLst>
              <a:ext uri="{FF2B5EF4-FFF2-40B4-BE49-F238E27FC236}">
                <a16:creationId xmlns:a16="http://schemas.microsoft.com/office/drawing/2014/main" id="{897BC6B3-FC47-48CC-B824-37C61B87C48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55689" y="1967243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18" name="Текст 8">
            <a:extLst>
              <a:ext uri="{FF2B5EF4-FFF2-40B4-BE49-F238E27FC236}">
                <a16:creationId xmlns:a16="http://schemas.microsoft.com/office/drawing/2014/main" id="{39C302A0-045D-4C2C-84A1-2088DC789E2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0136" y="5611132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19" name="Текст 8">
            <a:extLst>
              <a:ext uri="{FF2B5EF4-FFF2-40B4-BE49-F238E27FC236}">
                <a16:creationId xmlns:a16="http://schemas.microsoft.com/office/drawing/2014/main" id="{CC2DCA31-23DF-410C-8835-4C3DCFF81C5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565476" y="5617856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</p:spTree>
    <p:extLst>
      <p:ext uri="{BB962C8B-B14F-4D97-AF65-F5344CB8AC3E}">
        <p14:creationId xmlns:p14="http://schemas.microsoft.com/office/powerpoint/2010/main" val="3455450777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DA930211-4C47-4976-9733-0C7F4233C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Рисунок 2">
            <a:extLst>
              <a:ext uri="{FF2B5EF4-FFF2-40B4-BE49-F238E27FC236}">
                <a16:creationId xmlns:a16="http://schemas.microsoft.com/office/drawing/2014/main" id="{E8095F4F-6706-4261-9B9B-34DF33BC8B7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5" y="1706563"/>
            <a:ext cx="5295900" cy="6942137"/>
          </a:xfrm>
          <a:prstGeom prst="roundRect">
            <a:avLst>
              <a:gd name="adj" fmla="val 7163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57869DB9-C9ED-4C8F-BDA8-D83F423E0F4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495794" y="1707961"/>
            <a:ext cx="5295900" cy="6942137"/>
          </a:xfrm>
          <a:prstGeom prst="roundRect">
            <a:avLst>
              <a:gd name="adj" fmla="val 668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94C9F84C-A08B-4467-92EE-9C5D6A593A9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2275815" y="1707961"/>
            <a:ext cx="5295900" cy="6942137"/>
          </a:xfrm>
          <a:prstGeom prst="roundRect">
            <a:avLst>
              <a:gd name="adj" fmla="val 6371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0475626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54EE5D3E-9661-41A8-A3A8-5721EC30CE5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462712" y="1710311"/>
            <a:ext cx="5362575" cy="3106825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78FC2827-B954-400A-85AD-032031E3149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235585" y="1710311"/>
            <a:ext cx="5362575" cy="3106825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C69A7C12-4402-4A23-9A3F-1079CC7BB4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9840" y="1710311"/>
            <a:ext cx="5362575" cy="3106825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7FE2FB22-C7CD-441E-BBE3-63CD43D1122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455721" y="5428036"/>
            <a:ext cx="5362575" cy="3106825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1E255BCD-FFA3-495B-9FDF-D9DFC163A17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228594" y="5428036"/>
            <a:ext cx="5362575" cy="3106825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5C3D7699-65D2-4E81-8115-A9967066756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2849" y="5428036"/>
            <a:ext cx="5362575" cy="3106825"/>
          </a:xfrm>
          <a:prstGeom prst="rect">
            <a:avLst/>
          </a:prstGeom>
        </p:spPr>
      </p:pic>
      <p:sp>
        <p:nvSpPr>
          <p:cNvPr id="22" name="Заголовок 9">
            <a:extLst>
              <a:ext uri="{FF2B5EF4-FFF2-40B4-BE49-F238E27FC236}">
                <a16:creationId xmlns:a16="http://schemas.microsoft.com/office/drawing/2014/main" id="{F1EB3E9B-2C2F-463E-9ECD-4371341B3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0816003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8">
            <a:extLst>
              <a:ext uri="{FF2B5EF4-FFF2-40B4-BE49-F238E27FC236}">
                <a16:creationId xmlns:a16="http://schemas.microsoft.com/office/drawing/2014/main" id="{913FF8BD-21CB-422A-A53B-F46082815FB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3536" y="1911350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4" name="Текст 18">
            <a:extLst>
              <a:ext uri="{FF2B5EF4-FFF2-40B4-BE49-F238E27FC236}">
                <a16:creationId xmlns:a16="http://schemas.microsoft.com/office/drawing/2014/main" id="{EAAB1F94-4C56-4D4A-BEE4-D4213FB1A67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63323" y="5629075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5" name="Текст 18">
            <a:extLst>
              <a:ext uri="{FF2B5EF4-FFF2-40B4-BE49-F238E27FC236}">
                <a16:creationId xmlns:a16="http://schemas.microsoft.com/office/drawing/2014/main" id="{CBD7DA99-CB87-499F-B1CF-724105FC133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734955" y="1912748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6" name="Текст 18">
            <a:extLst>
              <a:ext uri="{FF2B5EF4-FFF2-40B4-BE49-F238E27FC236}">
                <a16:creationId xmlns:a16="http://schemas.microsoft.com/office/drawing/2014/main" id="{FDC4BA0B-8AB8-474D-81B4-BE34F46CF51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44742" y="5630473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7" name="Текст 18">
            <a:extLst>
              <a:ext uri="{FF2B5EF4-FFF2-40B4-BE49-F238E27FC236}">
                <a16:creationId xmlns:a16="http://schemas.microsoft.com/office/drawing/2014/main" id="{94F7D51C-421B-42BA-B9FA-A086557223E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2533152" y="1922535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8" name="Текст 18">
            <a:extLst>
              <a:ext uri="{FF2B5EF4-FFF2-40B4-BE49-F238E27FC236}">
                <a16:creationId xmlns:a16="http://schemas.microsoft.com/office/drawing/2014/main" id="{10596899-4712-47DF-B488-F76DDEFBE41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2542939" y="5640260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5837784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Рисунок 46">
            <a:extLst>
              <a:ext uri="{FF2B5EF4-FFF2-40B4-BE49-F238E27FC236}">
                <a16:creationId xmlns:a16="http://schemas.microsoft.com/office/drawing/2014/main" id="{BD2C0679-AA83-479D-9878-9F703D7C61F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2241052" y="5417206"/>
            <a:ext cx="5377730" cy="3106825"/>
          </a:xfrm>
          <a:prstGeom prst="rect">
            <a:avLst/>
          </a:prstGeom>
        </p:spPr>
      </p:pic>
      <p:sp>
        <p:nvSpPr>
          <p:cNvPr id="48" name="Текст 18">
            <a:extLst>
              <a:ext uri="{FF2B5EF4-FFF2-40B4-BE49-F238E27FC236}">
                <a16:creationId xmlns:a16="http://schemas.microsoft.com/office/drawing/2014/main" id="{2C40B25F-52B8-4318-84C2-21208C93DB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2514792" y="6225233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49" name="Рисунок 48">
            <a:extLst>
              <a:ext uri="{FF2B5EF4-FFF2-40B4-BE49-F238E27FC236}">
                <a16:creationId xmlns:a16="http://schemas.microsoft.com/office/drawing/2014/main" id="{0600217A-5235-4DB6-8120-A64583884D8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508258" y="5541948"/>
            <a:ext cx="548896" cy="548896"/>
          </a:xfrm>
          <a:prstGeom prst="rect">
            <a:avLst/>
          </a:prstGeom>
        </p:spPr>
      </p:pic>
      <p:sp>
        <p:nvSpPr>
          <p:cNvPr id="50" name="Текст 8">
            <a:extLst>
              <a:ext uri="{FF2B5EF4-FFF2-40B4-BE49-F238E27FC236}">
                <a16:creationId xmlns:a16="http://schemas.microsoft.com/office/drawing/2014/main" id="{61A671A5-D2D2-44A7-B146-75A1C84267F1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2567934" y="5581445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51" name="Рисунок 50">
            <a:extLst>
              <a:ext uri="{FF2B5EF4-FFF2-40B4-BE49-F238E27FC236}">
                <a16:creationId xmlns:a16="http://schemas.microsoft.com/office/drawing/2014/main" id="{AC4DF40E-F8FF-4DEE-8478-1F6EDFD9245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468022" y="5415808"/>
            <a:ext cx="5377730" cy="3106825"/>
          </a:xfrm>
          <a:prstGeom prst="rect">
            <a:avLst/>
          </a:prstGeom>
        </p:spPr>
      </p:pic>
      <p:sp>
        <p:nvSpPr>
          <p:cNvPr id="52" name="Текст 18">
            <a:extLst>
              <a:ext uri="{FF2B5EF4-FFF2-40B4-BE49-F238E27FC236}">
                <a16:creationId xmlns:a16="http://schemas.microsoft.com/office/drawing/2014/main" id="{D2E757A6-CCEB-4DD5-87C1-46A6DDDBCC4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741762" y="6223835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53" name="Рисунок 52">
            <a:extLst>
              <a:ext uri="{FF2B5EF4-FFF2-40B4-BE49-F238E27FC236}">
                <a16:creationId xmlns:a16="http://schemas.microsoft.com/office/drawing/2014/main" id="{E8721A02-9FC0-4A1E-A6A4-1DE3C510A46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35228" y="5540550"/>
            <a:ext cx="548896" cy="548896"/>
          </a:xfrm>
          <a:prstGeom prst="rect">
            <a:avLst/>
          </a:prstGeom>
        </p:spPr>
      </p:pic>
      <p:sp>
        <p:nvSpPr>
          <p:cNvPr id="54" name="Текст 8">
            <a:extLst>
              <a:ext uri="{FF2B5EF4-FFF2-40B4-BE49-F238E27FC236}">
                <a16:creationId xmlns:a16="http://schemas.microsoft.com/office/drawing/2014/main" id="{9F007721-20DB-4F20-B8FB-7FAAF879924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794904" y="5580047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55" name="Рисунок 54">
            <a:extLst>
              <a:ext uri="{FF2B5EF4-FFF2-40B4-BE49-F238E27FC236}">
                <a16:creationId xmlns:a16="http://schemas.microsoft.com/office/drawing/2014/main" id="{BB5D9A9D-380F-45C9-B2D4-1959495CF8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72805" y="5413808"/>
            <a:ext cx="5377730" cy="3106825"/>
          </a:xfrm>
          <a:prstGeom prst="rect">
            <a:avLst/>
          </a:prstGeom>
        </p:spPr>
      </p:pic>
      <p:sp>
        <p:nvSpPr>
          <p:cNvPr id="56" name="Текст 18">
            <a:extLst>
              <a:ext uri="{FF2B5EF4-FFF2-40B4-BE49-F238E27FC236}">
                <a16:creationId xmlns:a16="http://schemas.microsoft.com/office/drawing/2014/main" id="{B29CC027-DD46-4E95-AA1B-A958A6DD25D8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46545" y="6221835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id="{CCC557D2-0425-4D50-9A45-542F0E459DA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0011" y="5538550"/>
            <a:ext cx="548896" cy="548896"/>
          </a:xfrm>
          <a:prstGeom prst="rect">
            <a:avLst/>
          </a:prstGeom>
        </p:spPr>
      </p:pic>
      <p:sp>
        <p:nvSpPr>
          <p:cNvPr id="58" name="Текст 8">
            <a:extLst>
              <a:ext uri="{FF2B5EF4-FFF2-40B4-BE49-F238E27FC236}">
                <a16:creationId xmlns:a16="http://schemas.microsoft.com/office/drawing/2014/main" id="{31437541-F76D-48C5-9FB0-F599F2DB74FC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99687" y="5578047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43" name="Рисунок 42">
            <a:extLst>
              <a:ext uri="{FF2B5EF4-FFF2-40B4-BE49-F238E27FC236}">
                <a16:creationId xmlns:a16="http://schemas.microsoft.com/office/drawing/2014/main" id="{134173BA-9B0A-49A3-8033-C18AF69AFC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2248043" y="1707870"/>
            <a:ext cx="5377730" cy="3106825"/>
          </a:xfrm>
          <a:prstGeom prst="rect">
            <a:avLst/>
          </a:prstGeom>
        </p:spPr>
      </p:pic>
      <p:sp>
        <p:nvSpPr>
          <p:cNvPr id="44" name="Текст 18">
            <a:extLst>
              <a:ext uri="{FF2B5EF4-FFF2-40B4-BE49-F238E27FC236}">
                <a16:creationId xmlns:a16="http://schemas.microsoft.com/office/drawing/2014/main" id="{34E41860-AC05-4159-87F7-FB327F60C7F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2521783" y="2515897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45" name="Рисунок 44">
            <a:extLst>
              <a:ext uri="{FF2B5EF4-FFF2-40B4-BE49-F238E27FC236}">
                <a16:creationId xmlns:a16="http://schemas.microsoft.com/office/drawing/2014/main" id="{6A6E0D6D-FA6D-49D7-9359-0FCDBD709DF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515249" y="1832612"/>
            <a:ext cx="548896" cy="548896"/>
          </a:xfrm>
          <a:prstGeom prst="rect">
            <a:avLst/>
          </a:prstGeom>
        </p:spPr>
      </p:pic>
      <p:sp>
        <p:nvSpPr>
          <p:cNvPr id="46" name="Текст 8">
            <a:extLst>
              <a:ext uri="{FF2B5EF4-FFF2-40B4-BE49-F238E27FC236}">
                <a16:creationId xmlns:a16="http://schemas.microsoft.com/office/drawing/2014/main" id="{95B792F6-05A8-4439-A043-F0ED1485BF6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2574925" y="1872109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750CDFA5-A508-46DD-84A0-9E7184D35EE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475013" y="1706472"/>
            <a:ext cx="5377730" cy="3106825"/>
          </a:xfrm>
          <a:prstGeom prst="rect">
            <a:avLst/>
          </a:prstGeom>
        </p:spPr>
      </p:pic>
      <p:sp>
        <p:nvSpPr>
          <p:cNvPr id="40" name="Текст 18">
            <a:extLst>
              <a:ext uri="{FF2B5EF4-FFF2-40B4-BE49-F238E27FC236}">
                <a16:creationId xmlns:a16="http://schemas.microsoft.com/office/drawing/2014/main" id="{F5076943-EAE8-42F6-9DEC-25C02FB21FA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748753" y="2514499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A0884432-ACFD-48D1-97A7-BE5B209243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42219" y="1831214"/>
            <a:ext cx="548896" cy="548896"/>
          </a:xfrm>
          <a:prstGeom prst="rect">
            <a:avLst/>
          </a:prstGeom>
        </p:spPr>
      </p:pic>
      <p:sp>
        <p:nvSpPr>
          <p:cNvPr id="42" name="Текст 8">
            <a:extLst>
              <a:ext uri="{FF2B5EF4-FFF2-40B4-BE49-F238E27FC236}">
                <a16:creationId xmlns:a16="http://schemas.microsoft.com/office/drawing/2014/main" id="{143ED22F-3960-451D-A56D-78F563819EAD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801895" y="1870711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5B043712-CE71-4447-A525-AF8043EE6F9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79796" y="1704472"/>
            <a:ext cx="5377730" cy="3106825"/>
          </a:xfrm>
          <a:prstGeom prst="rect">
            <a:avLst/>
          </a:prstGeom>
        </p:spPr>
      </p:pic>
      <p:sp>
        <p:nvSpPr>
          <p:cNvPr id="9" name="Заголовок 9">
            <a:extLst>
              <a:ext uri="{FF2B5EF4-FFF2-40B4-BE49-F238E27FC236}">
                <a16:creationId xmlns:a16="http://schemas.microsoft.com/office/drawing/2014/main" id="{363F7F92-8179-4121-ACB3-1BA0E29B8B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0816003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0" name="Текст 18">
            <a:extLst>
              <a:ext uri="{FF2B5EF4-FFF2-40B4-BE49-F238E27FC236}">
                <a16:creationId xmlns:a16="http://schemas.microsoft.com/office/drawing/2014/main" id="{999DC7E5-2175-4A67-AC6E-A3DEF61628F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3536" y="2512499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87B5D8E6-0850-4095-B357-95EF885B9C4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7002" y="1829214"/>
            <a:ext cx="548896" cy="548896"/>
          </a:xfrm>
          <a:prstGeom prst="rect">
            <a:avLst/>
          </a:prstGeom>
        </p:spPr>
      </p:pic>
      <p:sp>
        <p:nvSpPr>
          <p:cNvPr id="38" name="Текст 8">
            <a:extLst>
              <a:ext uri="{FF2B5EF4-FFF2-40B4-BE49-F238E27FC236}">
                <a16:creationId xmlns:a16="http://schemas.microsoft.com/office/drawing/2014/main" id="{FEBD38B3-BB5E-41AE-842C-9CA920D03F7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006678" y="1868711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</p:spTree>
    <p:extLst>
      <p:ext uri="{BB962C8B-B14F-4D97-AF65-F5344CB8AC3E}">
        <p14:creationId xmlns:p14="http://schemas.microsoft.com/office/powerpoint/2010/main" val="206583979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CBF2D6C-21C8-4779-9D23-0CCC7DA72B9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1710436"/>
            <a:ext cx="16859250" cy="6821168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F3CD9750-E38B-40F9-BCCF-E277A925B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970447306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5FB591B-8AE6-44FB-8A0B-4754931A36F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4977" y="1684282"/>
            <a:ext cx="8248650" cy="6851744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54DED45-0E7C-4024-BBA9-F4238C36789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1684282"/>
            <a:ext cx="8248650" cy="6851744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graphicFrame>
        <p:nvGraphicFramePr>
          <p:cNvPr id="5" name="Диаграмма 4">
            <a:extLst>
              <a:ext uri="{FF2B5EF4-FFF2-40B4-BE49-F238E27FC236}">
                <a16:creationId xmlns:a16="http://schemas.microsoft.com/office/drawing/2014/main" id="{9088A9DE-30EA-4AF8-9C10-8233BD4F1C75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1769147014"/>
              </p:ext>
            </p:extLst>
          </p:nvPr>
        </p:nvGraphicFramePr>
        <p:xfrm>
          <a:off x="9656617" y="1982459"/>
          <a:ext cx="7582767" cy="50391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E424C389-D0FF-492A-96C1-B2928E16F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2">
            <a:extLst>
              <a:ext uri="{FF2B5EF4-FFF2-40B4-BE49-F238E27FC236}">
                <a16:creationId xmlns:a16="http://schemas.microsoft.com/office/drawing/2014/main" id="{F6F77912-0A12-422E-B9D9-BD7DA43F9B6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2500" y="1898649"/>
            <a:ext cx="7540625" cy="644000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</p:spTree>
    <p:extLst>
      <p:ext uri="{BB962C8B-B14F-4D97-AF65-F5344CB8AC3E}">
        <p14:creationId xmlns:p14="http://schemas.microsoft.com/office/powerpoint/2010/main" val="114245778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5CD07D2-2F3D-4A68-BF14-E2ED3D1518A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1711354"/>
            <a:ext cx="16859250" cy="6820250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graphicFrame>
        <p:nvGraphicFramePr>
          <p:cNvPr id="4" name="Диаграмма 3">
            <a:extLst>
              <a:ext uri="{FF2B5EF4-FFF2-40B4-BE49-F238E27FC236}">
                <a16:creationId xmlns:a16="http://schemas.microsoft.com/office/drawing/2014/main" id="{C0055146-E285-4C46-8686-22A2CEF44A36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3861536202"/>
              </p:ext>
            </p:extLst>
          </p:nvPr>
        </p:nvGraphicFramePr>
        <p:xfrm>
          <a:off x="1286957" y="2595484"/>
          <a:ext cx="7496825" cy="50761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" name="Диаграмма 4">
            <a:extLst>
              <a:ext uri="{FF2B5EF4-FFF2-40B4-BE49-F238E27FC236}">
                <a16:creationId xmlns:a16="http://schemas.microsoft.com/office/drawing/2014/main" id="{6A9B15FE-EF69-4190-B986-800ACC54C7D1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1191413391"/>
              </p:ext>
            </p:extLst>
          </p:nvPr>
        </p:nvGraphicFramePr>
        <p:xfrm>
          <a:off x="9504220" y="2595483"/>
          <a:ext cx="7496825" cy="50761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0B3E83EA-EE3B-47EC-B47D-05316F7D5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74108615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5CD07D2-2F3D-4A68-BF14-E2ED3D1518A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1711354"/>
            <a:ext cx="16859250" cy="6820250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0B3E83EA-EE3B-47EC-B47D-05316F7D5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graphicFrame>
        <p:nvGraphicFramePr>
          <p:cNvPr id="10" name="Таблица 10">
            <a:extLst>
              <a:ext uri="{FF2B5EF4-FFF2-40B4-BE49-F238E27FC236}">
                <a16:creationId xmlns:a16="http://schemas.microsoft.com/office/drawing/2014/main" id="{B9DCF176-54FA-40BF-B506-83E738C7AED8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341752419"/>
              </p:ext>
            </p:extLst>
          </p:nvPr>
        </p:nvGraphicFramePr>
        <p:xfrm>
          <a:off x="1074261" y="2071299"/>
          <a:ext cx="16157020" cy="6057635"/>
        </p:xfrm>
        <a:graphic>
          <a:graphicData uri="http://schemas.openxmlformats.org/drawingml/2006/table">
            <a:tbl>
              <a:tblPr firstRow="1" bandRow="1">
                <a:tableStyleId>{2A488322-F2BA-4B5B-9748-0D474271808F}</a:tableStyleId>
              </a:tblPr>
              <a:tblGrid>
                <a:gridCol w="1615702">
                  <a:extLst>
                    <a:ext uri="{9D8B030D-6E8A-4147-A177-3AD203B41FA5}">
                      <a16:colId xmlns:a16="http://schemas.microsoft.com/office/drawing/2014/main" val="3110552859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230449320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863217932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712258154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097600003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4026847932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885818285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567442515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3680074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969290082"/>
                    </a:ext>
                  </a:extLst>
                </a:gridCol>
              </a:tblGrid>
              <a:tr h="751124">
                <a:tc>
                  <a:txBody>
                    <a:bodyPr/>
                    <a:lstStyle/>
                    <a:p>
                      <a:r>
                        <a:rPr lang="ru-RU" sz="2400" dirty="0">
                          <a:latin typeface="Nunito Bold" pitchFamily="2" charset="-52"/>
                        </a:rPr>
                        <a:t>Таблица</a:t>
                      </a:r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1704135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64468371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59079977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08654218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92837535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83167209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15114594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814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25638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37.xml"/><Relationship Id="rId18" Type="http://schemas.openxmlformats.org/officeDocument/2006/relationships/slideLayout" Target="../slideLayouts/slideLayout42.xml"/><Relationship Id="rId26" Type="http://schemas.openxmlformats.org/officeDocument/2006/relationships/theme" Target="../theme/theme2.xml"/><Relationship Id="rId3" Type="http://schemas.openxmlformats.org/officeDocument/2006/relationships/slideLayout" Target="../slideLayouts/slideLayout27.xml"/><Relationship Id="rId21" Type="http://schemas.openxmlformats.org/officeDocument/2006/relationships/slideLayout" Target="../slideLayouts/slideLayout45.xml"/><Relationship Id="rId7" Type="http://schemas.openxmlformats.org/officeDocument/2006/relationships/slideLayout" Target="../slideLayouts/slideLayout31.xml"/><Relationship Id="rId12" Type="http://schemas.openxmlformats.org/officeDocument/2006/relationships/slideLayout" Target="../slideLayouts/slideLayout36.xml"/><Relationship Id="rId17" Type="http://schemas.openxmlformats.org/officeDocument/2006/relationships/slideLayout" Target="../slideLayouts/slideLayout41.xml"/><Relationship Id="rId25" Type="http://schemas.openxmlformats.org/officeDocument/2006/relationships/slideLayout" Target="../slideLayouts/slideLayout49.xml"/><Relationship Id="rId2" Type="http://schemas.openxmlformats.org/officeDocument/2006/relationships/slideLayout" Target="../slideLayouts/slideLayout26.xml"/><Relationship Id="rId16" Type="http://schemas.openxmlformats.org/officeDocument/2006/relationships/slideLayout" Target="../slideLayouts/slideLayout40.xml"/><Relationship Id="rId20" Type="http://schemas.openxmlformats.org/officeDocument/2006/relationships/slideLayout" Target="../slideLayouts/slideLayout44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5.xml"/><Relationship Id="rId24" Type="http://schemas.openxmlformats.org/officeDocument/2006/relationships/slideLayout" Target="../slideLayouts/slideLayout48.xml"/><Relationship Id="rId5" Type="http://schemas.openxmlformats.org/officeDocument/2006/relationships/slideLayout" Target="../slideLayouts/slideLayout29.xml"/><Relationship Id="rId15" Type="http://schemas.openxmlformats.org/officeDocument/2006/relationships/slideLayout" Target="../slideLayouts/slideLayout39.xml"/><Relationship Id="rId23" Type="http://schemas.openxmlformats.org/officeDocument/2006/relationships/slideLayout" Target="../slideLayouts/slideLayout47.xml"/><Relationship Id="rId10" Type="http://schemas.openxmlformats.org/officeDocument/2006/relationships/slideLayout" Target="../slideLayouts/slideLayout34.xml"/><Relationship Id="rId19" Type="http://schemas.openxmlformats.org/officeDocument/2006/relationships/slideLayout" Target="../slideLayouts/slideLayout43.xml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Relationship Id="rId14" Type="http://schemas.openxmlformats.org/officeDocument/2006/relationships/slideLayout" Target="../slideLayouts/slideLayout38.xml"/><Relationship Id="rId22" Type="http://schemas.openxmlformats.org/officeDocument/2006/relationships/slideLayout" Target="../slideLayouts/slideLayout46.xml"/><Relationship Id="rId27" Type="http://schemas.openxmlformats.org/officeDocument/2006/relationships/image" Target="../media/image16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lack_pixel_logoFTC.png" descr="preencoded.png">
            <a:extLst>
              <a:ext uri="{FF2B5EF4-FFF2-40B4-BE49-F238E27FC236}">
                <a16:creationId xmlns:a16="http://schemas.microsoft.com/office/drawing/2014/main" id="{F8003204-777B-4328-9815-7FBE9F94C356}"/>
              </a:ext>
            </a:extLst>
          </p:cNvPr>
          <p:cNvPicPr>
            <a:picLocks noChangeAspect="1"/>
          </p:cNvPicPr>
          <p:nvPr userDrawn="1"/>
        </p:nvPicPr>
        <p:blipFill>
          <a:blip r:embed="rId26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7" r:id="rId2"/>
    <p:sldLayoutId id="2147483649" r:id="rId3"/>
    <p:sldLayoutId id="2147483664" r:id="rId4"/>
    <p:sldLayoutId id="2147483666" r:id="rId5"/>
    <p:sldLayoutId id="2147483668" r:id="rId6"/>
    <p:sldLayoutId id="2147483670" r:id="rId7"/>
    <p:sldLayoutId id="2147483672" r:id="rId8"/>
    <p:sldLayoutId id="2147483674" r:id="rId9"/>
    <p:sldLayoutId id="2147483676" r:id="rId10"/>
    <p:sldLayoutId id="2147483678" r:id="rId11"/>
    <p:sldLayoutId id="2147483680" r:id="rId12"/>
    <p:sldLayoutId id="2147483682" r:id="rId13"/>
    <p:sldLayoutId id="2147483684" r:id="rId14"/>
    <p:sldLayoutId id="2147483686" r:id="rId15"/>
    <p:sldLayoutId id="2147483688" r:id="rId16"/>
    <p:sldLayoutId id="2147483690" r:id="rId17"/>
    <p:sldLayoutId id="2147483692" r:id="rId18"/>
    <p:sldLayoutId id="2147483695" r:id="rId19"/>
    <p:sldLayoutId id="2147483697" r:id="rId20"/>
    <p:sldLayoutId id="2147483699" r:id="rId21"/>
    <p:sldLayoutId id="2147483701" r:id="rId22"/>
    <p:sldLayoutId id="2147483703" r:id="rId23"/>
    <p:sldLayoutId id="2147483706" r:id="rId2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>
          <a:gsLst>
            <a:gs pos="100000">
              <a:srgbClr val="286FE5"/>
            </a:gs>
            <a:gs pos="0">
              <a:srgbClr val="3E719B"/>
            </a:gs>
          </a:gsLst>
          <a:lin ang="135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White_pixel_logoFTC.png" descr="preencoded.png">
            <a:extLst>
              <a:ext uri="{FF2B5EF4-FFF2-40B4-BE49-F238E27FC236}">
                <a16:creationId xmlns:a16="http://schemas.microsoft.com/office/drawing/2014/main" id="{AFFDA096-83E8-41E4-AD5D-359F28218737}"/>
              </a:ext>
            </a:extLst>
          </p:cNvPr>
          <p:cNvPicPr>
            <a:picLocks noChangeAspect="1"/>
          </p:cNvPicPr>
          <p:nvPr userDrawn="1"/>
        </p:nvPicPr>
        <p:blipFill>
          <a:blip r:embed="rId27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65531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0" r:id="rId2"/>
    <p:sldLayoutId id="2147483663" r:id="rId3"/>
    <p:sldLayoutId id="2147483651" r:id="rId4"/>
    <p:sldLayoutId id="2147483665" r:id="rId5"/>
    <p:sldLayoutId id="2147483667" r:id="rId6"/>
    <p:sldLayoutId id="2147483669" r:id="rId7"/>
    <p:sldLayoutId id="2147483671" r:id="rId8"/>
    <p:sldLayoutId id="2147483673" r:id="rId9"/>
    <p:sldLayoutId id="2147483675" r:id="rId10"/>
    <p:sldLayoutId id="2147483677" r:id="rId11"/>
    <p:sldLayoutId id="2147483679" r:id="rId12"/>
    <p:sldLayoutId id="2147483681" r:id="rId13"/>
    <p:sldLayoutId id="2147483683" r:id="rId14"/>
    <p:sldLayoutId id="2147483685" r:id="rId15"/>
    <p:sldLayoutId id="2147483687" r:id="rId16"/>
    <p:sldLayoutId id="2147483689" r:id="rId17"/>
    <p:sldLayoutId id="2147483691" r:id="rId18"/>
    <p:sldLayoutId id="2147483693" r:id="rId19"/>
    <p:sldLayoutId id="2147483696" r:id="rId20"/>
    <p:sldLayoutId id="2147483698" r:id="rId21"/>
    <p:sldLayoutId id="2147483700" r:id="rId22"/>
    <p:sldLayoutId id="2147483702" r:id="rId23"/>
    <p:sldLayoutId id="2147483704" r:id="rId24"/>
    <p:sldLayoutId id="2147483705" r:id="rId2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gradFill flip="none" rotWithShape="1">
          <a:gsLst>
            <a:gs pos="100000">
              <a:srgbClr val="286FE5"/>
            </a:gs>
            <a:gs pos="0">
              <a:srgbClr val="3E719B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Текст 5">
            <a:extLst>
              <a:ext uri="{FF2B5EF4-FFF2-40B4-BE49-F238E27FC236}">
                <a16:creationId xmlns:a16="http://schemas.microsoft.com/office/drawing/2014/main" id="{0D595DD6-A0CF-4D25-91D5-32C53C1BDA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4375" y="1712178"/>
            <a:ext cx="7953375" cy="1211813"/>
          </a:xfrm>
        </p:spPr>
        <p:txBody>
          <a:bodyPr/>
          <a:lstStyle/>
          <a:p>
            <a:r>
              <a:rPr lang="ru-RU" sz="3800" dirty="0"/>
              <a:t>«</a:t>
            </a:r>
            <a:r>
              <a:rPr lang="ru-RU" sz="3800" i="1" dirty="0"/>
              <a:t>Разработка программного комплекса для оптимизации маршрутов доставки на основе алгоритма "Ближайшего соседа" и его сравнительный анализ с другими жадными алгоритмами</a:t>
            </a:r>
            <a:r>
              <a:rPr lang="ru-RU" sz="3800" dirty="0"/>
              <a:t>»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3AA5DCD-AA1F-E2D0-0479-0883A7024003}"/>
              </a:ext>
            </a:extLst>
          </p:cNvPr>
          <p:cNvSpPr txBox="1"/>
          <p:nvPr/>
        </p:nvSpPr>
        <p:spPr>
          <a:xfrm>
            <a:off x="697560" y="6864022"/>
            <a:ext cx="84464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  <a:latin typeface="Nunito Bold" pitchFamily="2" charset="-52"/>
              </a:rPr>
              <a:t>Руководитель ДП: Коновалов Игорь Васильевич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E72626-4BEE-31C7-EF17-D6950BCB3523}"/>
              </a:ext>
            </a:extLst>
          </p:cNvPr>
          <p:cNvSpPr txBox="1"/>
          <p:nvPr/>
        </p:nvSpPr>
        <p:spPr>
          <a:xfrm>
            <a:off x="697560" y="5720546"/>
            <a:ext cx="795337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  <a:latin typeface="Nunito Bold" pitchFamily="2" charset="-52"/>
              </a:rPr>
              <a:t>Студент: </a:t>
            </a:r>
            <a:r>
              <a:rPr lang="ru-RU" sz="2400" dirty="0" err="1">
                <a:solidFill>
                  <a:schemeClr val="bg1"/>
                </a:solidFill>
                <a:latin typeface="Nunito Bold" pitchFamily="2" charset="-52"/>
              </a:rPr>
              <a:t>Подъячев</a:t>
            </a:r>
            <a:r>
              <a:rPr lang="ru-RU" sz="2400" dirty="0">
                <a:solidFill>
                  <a:schemeClr val="bg1"/>
                </a:solidFill>
                <a:latin typeface="Nunito Bold" pitchFamily="2" charset="-52"/>
              </a:rPr>
              <a:t> Владислав Алексеевич</a:t>
            </a:r>
          </a:p>
          <a:p>
            <a:r>
              <a:rPr lang="ru-RU" sz="2400" dirty="0">
                <a:solidFill>
                  <a:schemeClr val="bg1"/>
                </a:solidFill>
                <a:latin typeface="Nunito Bold" pitchFamily="2" charset="-52"/>
              </a:rPr>
              <a:t>Группа ИСП - 21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0BDA60-DE2D-43B0-94F1-B954E0C29B0B}"/>
              </a:ext>
            </a:extLst>
          </p:cNvPr>
          <p:cNvSpPr txBox="1"/>
          <p:nvPr/>
        </p:nvSpPr>
        <p:spPr>
          <a:xfrm>
            <a:off x="7767735" y="9386595"/>
            <a:ext cx="27525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solidFill>
                  <a:schemeClr val="bg1"/>
                </a:solidFill>
                <a:latin typeface="Nunito Bold" pitchFamily="2" charset="-52"/>
              </a:rPr>
              <a:t>Долгопрудный 2026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22C7B9-A81D-3839-6A8F-1676FDA18E07}"/>
              </a:ext>
            </a:extLst>
          </p:cNvPr>
          <p:cNvSpPr txBox="1"/>
          <p:nvPr/>
        </p:nvSpPr>
        <p:spPr>
          <a:xfrm>
            <a:off x="3960845" y="343612"/>
            <a:ext cx="1036631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>
                <a:solidFill>
                  <a:schemeClr val="bg1"/>
                </a:solidFill>
                <a:latin typeface="Nunito Bold" pitchFamily="2" charset="-52"/>
                <a:ea typeface="Calibri" panose="020F0502020204030204" pitchFamily="34" charset="0"/>
              </a:rPr>
              <a:t>Государственное бюджетное профессиональное образовательное учреждение Московской области «Физико-технический колледж»</a:t>
            </a:r>
            <a:endParaRPr lang="ru-RU" sz="2400" dirty="0">
              <a:solidFill>
                <a:schemeClr val="bg1"/>
              </a:solidFill>
              <a:latin typeface="Nunito Bold" pitchFamily="2" charset="-52"/>
            </a:endParaRPr>
          </a:p>
          <a:p>
            <a:pPr algn="ctr"/>
            <a:endParaRPr lang="ru-RU" sz="2400" dirty="0">
              <a:solidFill>
                <a:schemeClr val="bg1"/>
              </a:solidFill>
              <a:latin typeface="Nunito Bold" pitchFamily="2" charset="-5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EF6C09FF-315A-4A2F-B156-7F7D75862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Цель и задачи работы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E1204C7-436F-8EAD-B660-A2EC40707A74}"/>
              </a:ext>
            </a:extLst>
          </p:cNvPr>
          <p:cNvSpPr txBox="1"/>
          <p:nvPr/>
        </p:nvSpPr>
        <p:spPr>
          <a:xfrm>
            <a:off x="901700" y="2761614"/>
            <a:ext cx="534670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800" dirty="0"/>
              <a:t>Цель</a:t>
            </a:r>
          </a:p>
          <a:p>
            <a:endParaRPr lang="ru-RU" sz="3800" dirty="0"/>
          </a:p>
          <a:p>
            <a:r>
              <a:rPr lang="ru-RU" sz="4000" dirty="0"/>
              <a:t>Автоматизация построения маршрутов. </a:t>
            </a:r>
            <a:endParaRPr lang="ru-RU" sz="3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A2430D-6CB1-D124-BB81-814A1768F31E}"/>
              </a:ext>
            </a:extLst>
          </p:cNvPr>
          <p:cNvSpPr txBox="1"/>
          <p:nvPr/>
        </p:nvSpPr>
        <p:spPr>
          <a:xfrm>
            <a:off x="6534149" y="2758221"/>
            <a:ext cx="5219700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800" dirty="0"/>
              <a:t>Бэкенд</a:t>
            </a:r>
          </a:p>
          <a:p>
            <a:endParaRPr lang="ru-RU" sz="3800" dirty="0"/>
          </a:p>
          <a:p>
            <a:r>
              <a:rPr lang="ru-RU" sz="4000" dirty="0"/>
              <a:t>Аналитический модуль на </a:t>
            </a:r>
            <a:r>
              <a:rPr lang="en-US" sz="4000" dirty="0"/>
              <a:t>Python</a:t>
            </a:r>
            <a:endParaRPr lang="ru-RU" sz="3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E8E8F8-2F67-C771-47DD-3A438083E7B9}"/>
              </a:ext>
            </a:extLst>
          </p:cNvPr>
          <p:cNvSpPr txBox="1"/>
          <p:nvPr/>
        </p:nvSpPr>
        <p:spPr>
          <a:xfrm>
            <a:off x="12458700" y="2758231"/>
            <a:ext cx="521970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800" dirty="0"/>
              <a:t>Фронтенд</a:t>
            </a:r>
          </a:p>
          <a:p>
            <a:endParaRPr lang="ru-RU" sz="3800" dirty="0"/>
          </a:p>
          <a:p>
            <a:r>
              <a:rPr lang="ru-RU" sz="4000" dirty="0"/>
              <a:t>Приложение «Навигатор </a:t>
            </a:r>
            <a:r>
              <a:rPr lang="en-US" sz="4000" dirty="0"/>
              <a:t>AI» (JavaScript).</a:t>
            </a:r>
            <a:endParaRPr lang="ru-RU" sz="3800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7C6D251-8ABA-606D-A6A1-D1CB9FF8A5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1735176"/>
            <a:ext cx="749300" cy="7493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BC48E023-B11A-C442-8D78-6A019BEF81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58700" y="1503003"/>
            <a:ext cx="952509" cy="952509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57E2B113-E062-C455-13B1-8CE6A6E751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168" y="1503003"/>
            <a:ext cx="1070364" cy="10703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61EF6E9-28BD-47D2-AAAF-2DDB057A16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Методы оптимизации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2F03A702-44FA-4B51-8D08-B64532F2BB78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3"/>
          <a:srcRect t="1158" b="1158"/>
          <a:stretch/>
        </p:blipFill>
        <p:spPr>
          <a:prstGeom prst="roundRect">
            <a:avLst>
              <a:gd name="adj" fmla="val 5708"/>
            </a:avLst>
          </a:prstGeom>
          <a:effectLst>
            <a:softEdge rad="38100"/>
          </a:effectLst>
        </p:spPr>
      </p:pic>
      <p:sp>
        <p:nvSpPr>
          <p:cNvPr id="4" name="Текст 3">
            <a:extLst>
              <a:ext uri="{FF2B5EF4-FFF2-40B4-BE49-F238E27FC236}">
                <a16:creationId xmlns:a16="http://schemas.microsoft.com/office/drawing/2014/main" id="{764814B9-1C41-4ECD-81DD-4B924F9C2D4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55471" y="2000293"/>
            <a:ext cx="7651750" cy="6286413"/>
          </a:xfrm>
        </p:spPr>
        <p:txBody>
          <a:bodyPr/>
          <a:lstStyle/>
          <a:p>
            <a:pPr algn="just"/>
            <a:r>
              <a:rPr lang="ru-RU" dirty="0"/>
              <a:t>1) Основа: Метод «Ближайшего соседа» (</a:t>
            </a:r>
            <a:r>
              <a:rPr lang="ru-RU" dirty="0" err="1"/>
              <a:t>Nearest</a:t>
            </a:r>
            <a:r>
              <a:rPr lang="ru-RU" dirty="0"/>
              <a:t> </a:t>
            </a:r>
            <a:r>
              <a:rPr lang="ru-RU" dirty="0" err="1"/>
              <a:t>Neighbor</a:t>
            </a:r>
            <a:r>
              <a:rPr lang="ru-RU" dirty="0"/>
              <a:t>). </a:t>
            </a:r>
          </a:p>
          <a:p>
            <a:pPr algn="just"/>
            <a:endParaRPr lang="ru-RU" dirty="0"/>
          </a:p>
          <a:p>
            <a:pPr algn="just"/>
            <a:r>
              <a:rPr lang="ru-RU" dirty="0"/>
              <a:t>2) Улучшение: Эвристика 2-opt (устранение пересечений). </a:t>
            </a:r>
          </a:p>
          <a:p>
            <a:pPr algn="just"/>
            <a:endParaRPr lang="ru-RU" dirty="0"/>
          </a:p>
          <a:p>
            <a:pPr algn="just"/>
            <a:r>
              <a:rPr lang="ru-RU" dirty="0"/>
              <a:t>3) Точность: Отклонение 20-25% от оптимума.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B0A8E4-A766-E89F-AD5D-058E7A95FD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_pixel_logoFTC.png" descr="preencoded.png">
            <a:extLst>
              <a:ext uri="{FF2B5EF4-FFF2-40B4-BE49-F238E27FC236}">
                <a16:creationId xmlns:a16="http://schemas.microsoft.com/office/drawing/2014/main" id="{236A2447-FF9D-E1E1-71AF-B719AC0DD32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AEBE393-A01D-3C67-52D3-F7C91EA90F39}"/>
              </a:ext>
            </a:extLst>
          </p:cNvPr>
          <p:cNvSpPr txBox="1"/>
          <p:nvPr/>
        </p:nvSpPr>
        <p:spPr>
          <a:xfrm>
            <a:off x="4018300" y="433996"/>
            <a:ext cx="10251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latin typeface="Nunito Bold" pitchFamily="2" charset="-52"/>
              </a:rPr>
              <a:t>Демонстрация программы (Ближайший сосед)</a:t>
            </a:r>
          </a:p>
        </p:txBody>
      </p: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8B90E464-C099-1A99-E7B4-2E11D6A9C714}"/>
              </a:ext>
            </a:extLst>
          </p:cNvPr>
          <p:cNvCxnSpPr/>
          <p:nvPr/>
        </p:nvCxnSpPr>
        <p:spPr>
          <a:xfrm>
            <a:off x="3639820" y="1223185"/>
            <a:ext cx="1080000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F1E7659A-8B1E-11B3-7CFD-978FCE94CB9E}"/>
              </a:ext>
            </a:extLst>
          </p:cNvPr>
          <p:cNvSpPr/>
          <p:nvPr/>
        </p:nvSpPr>
        <p:spPr>
          <a:xfrm>
            <a:off x="17708148" y="9631429"/>
            <a:ext cx="431528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b="0" cap="none" spc="0" dirty="0">
                <a:ln w="0"/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4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CEAB6AB-E05B-D766-3D2A-C25149B417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2407" y="1366044"/>
            <a:ext cx="14514826" cy="7554912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3A18429-E31D-CA9B-41A6-5E98B89E9A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05210" y="1366044"/>
            <a:ext cx="15157183" cy="7554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64859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F44B64-E240-F025-BF24-57FF8F27C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_pixel_logoFTC.png" descr="preencoded.png">
            <a:extLst>
              <a:ext uri="{FF2B5EF4-FFF2-40B4-BE49-F238E27FC236}">
                <a16:creationId xmlns:a16="http://schemas.microsoft.com/office/drawing/2014/main" id="{26E65B60-36E4-B818-6E47-C3FDD8C8BC4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AB720A7-A030-A597-D1FD-0100D83D7A24}"/>
              </a:ext>
            </a:extLst>
          </p:cNvPr>
          <p:cNvSpPr txBox="1"/>
          <p:nvPr/>
        </p:nvSpPr>
        <p:spPr>
          <a:xfrm>
            <a:off x="4018300" y="433996"/>
            <a:ext cx="10251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latin typeface="Nunito Bold" pitchFamily="2" charset="-52"/>
              </a:rPr>
              <a:t>Демонстрация программы (Ближайший сосед)</a:t>
            </a:r>
          </a:p>
        </p:txBody>
      </p: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2065008D-BE5B-79C6-9723-8BCEBC8CBF82}"/>
              </a:ext>
            </a:extLst>
          </p:cNvPr>
          <p:cNvCxnSpPr/>
          <p:nvPr/>
        </p:nvCxnSpPr>
        <p:spPr>
          <a:xfrm>
            <a:off x="3639820" y="1223185"/>
            <a:ext cx="1080000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63F0EB12-1740-6ABC-91E9-6FED7D4A9EE6}"/>
              </a:ext>
            </a:extLst>
          </p:cNvPr>
          <p:cNvSpPr/>
          <p:nvPr/>
        </p:nvSpPr>
        <p:spPr>
          <a:xfrm>
            <a:off x="17708148" y="9631429"/>
            <a:ext cx="431528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b="0" cap="none" spc="0" dirty="0">
                <a:ln w="0"/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4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869FDBC9-4BB3-ECB9-D868-9AA4EEAE91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2407" y="1366044"/>
            <a:ext cx="14514826" cy="7554912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FCB09CE-95DC-6EA6-E5EF-4CC8BC9B44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05210" y="1366044"/>
            <a:ext cx="15157183" cy="7554909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0E4F9C2-B5FD-C87E-1DB2-556211B0945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05209" y="1366043"/>
            <a:ext cx="15157183" cy="7554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86837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2364C8-4A14-72FD-4A17-6309337426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_pixel_logoFTC.png" descr="preencoded.png">
            <a:extLst>
              <a:ext uri="{FF2B5EF4-FFF2-40B4-BE49-F238E27FC236}">
                <a16:creationId xmlns:a16="http://schemas.microsoft.com/office/drawing/2014/main" id="{A0655F20-8E2D-105B-47F3-FCD3F8D4027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FBFC9AC-03C7-EC98-C8DD-FAE13792A8D4}"/>
              </a:ext>
            </a:extLst>
          </p:cNvPr>
          <p:cNvSpPr txBox="1"/>
          <p:nvPr/>
        </p:nvSpPr>
        <p:spPr>
          <a:xfrm>
            <a:off x="4018300" y="433996"/>
            <a:ext cx="10251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latin typeface="Nunito Bold" pitchFamily="2" charset="-52"/>
              </a:rPr>
              <a:t>Демонстрация программы (Ближайший сосед)</a:t>
            </a:r>
          </a:p>
        </p:txBody>
      </p: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364F5BCA-06F6-F57D-6485-413D08597B7E}"/>
              </a:ext>
            </a:extLst>
          </p:cNvPr>
          <p:cNvCxnSpPr/>
          <p:nvPr/>
        </p:nvCxnSpPr>
        <p:spPr>
          <a:xfrm>
            <a:off x="3639820" y="1223185"/>
            <a:ext cx="1080000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AC23EC9B-826A-9BA5-66BD-9231B7952DDE}"/>
              </a:ext>
            </a:extLst>
          </p:cNvPr>
          <p:cNvSpPr/>
          <p:nvPr/>
        </p:nvSpPr>
        <p:spPr>
          <a:xfrm>
            <a:off x="17708148" y="9631429"/>
            <a:ext cx="431528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b="0" cap="none" spc="0" dirty="0">
                <a:ln w="0"/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4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44F4BD17-09F4-2AC2-D6A8-299C7CAB11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2407" y="1366044"/>
            <a:ext cx="14514826" cy="7554912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5BBE313-795D-600A-8F49-712F61A8C6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05210" y="1366044"/>
            <a:ext cx="15157183" cy="7554909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A984EE36-55BA-9C76-29A1-4003E7B521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05227" y="1366041"/>
            <a:ext cx="15157166" cy="7554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33139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BD2C4C3A-8432-7B3B-B9BE-64463E2B46F1}"/>
              </a:ext>
            </a:extLst>
          </p:cNvPr>
          <p:cNvSpPr txBox="1"/>
          <p:nvPr/>
        </p:nvSpPr>
        <p:spPr>
          <a:xfrm>
            <a:off x="6424126" y="528438"/>
            <a:ext cx="5439747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6600" dirty="0">
                <a:solidFill>
                  <a:schemeClr val="bg1"/>
                </a:solidFill>
                <a:latin typeface="Nunito Bold" pitchFamily="2" charset="-52"/>
              </a:rPr>
              <a:t>Итоги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410F661A-3D14-A4A6-24CE-A99D4FFC2806}"/>
              </a:ext>
            </a:extLst>
          </p:cNvPr>
          <p:cNvSpPr/>
          <p:nvPr/>
        </p:nvSpPr>
        <p:spPr>
          <a:xfrm>
            <a:off x="17708148" y="9631429"/>
            <a:ext cx="431528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b="0" cap="none" spc="0" dirty="0">
                <a:ln w="0"/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989B97-8FFA-41A8-F18C-2EDE2135691B}"/>
              </a:ext>
            </a:extLst>
          </p:cNvPr>
          <p:cNvSpPr txBox="1"/>
          <p:nvPr/>
        </p:nvSpPr>
        <p:spPr>
          <a:xfrm>
            <a:off x="2355978" y="2275930"/>
            <a:ext cx="13576041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sz="5400" dirty="0">
                <a:solidFill>
                  <a:schemeClr val="bg1"/>
                </a:solidFill>
              </a:rPr>
              <a:t>Мгновенные расчеты для логистики.</a:t>
            </a:r>
            <a:endParaRPr lang="en-US" sz="5400" dirty="0">
              <a:solidFill>
                <a:schemeClr val="bg1"/>
              </a:solidFill>
            </a:endParaRPr>
          </a:p>
          <a:p>
            <a:pPr algn="just"/>
            <a:endParaRPr lang="en-US" sz="5400" dirty="0">
              <a:solidFill>
                <a:schemeClr val="bg1"/>
              </a:solidFill>
            </a:endParaRPr>
          </a:p>
          <a:p>
            <a:pPr algn="just"/>
            <a:r>
              <a:rPr lang="ru-RU" sz="5400" dirty="0">
                <a:solidFill>
                  <a:schemeClr val="bg1"/>
                </a:solidFill>
              </a:rPr>
              <a:t>Экономия времени и денег, интеграция с Яндекс Картами.</a:t>
            </a:r>
            <a:endParaRPr lang="en-US" sz="5400" dirty="0">
              <a:solidFill>
                <a:schemeClr val="bg1"/>
              </a:solidFill>
            </a:endParaRPr>
          </a:p>
          <a:p>
            <a:pPr algn="just"/>
            <a:endParaRPr lang="en-US" sz="5400" b="0" i="0" dirty="0">
              <a:solidFill>
                <a:schemeClr val="bg1"/>
              </a:solidFill>
              <a:effectLst/>
              <a:latin typeface="Nunito Bold" pitchFamily="2" charset="-52"/>
            </a:endParaRPr>
          </a:p>
          <a:p>
            <a:pPr algn="just"/>
            <a:r>
              <a:rPr lang="ru-RU" sz="5400" dirty="0">
                <a:solidFill>
                  <a:schemeClr val="bg1"/>
                </a:solidFill>
              </a:rPr>
              <a:t>Развитие: Прогнозирование пробок</a:t>
            </a:r>
            <a:endParaRPr lang="ru-RU" sz="5400" b="0" i="0" dirty="0">
              <a:solidFill>
                <a:schemeClr val="bg1"/>
              </a:solidFill>
              <a:effectLst/>
              <a:latin typeface="Nunito Bold" pitchFamily="2" charset="-52"/>
            </a:endParaRPr>
          </a:p>
        </p:txBody>
      </p:sp>
      <p:sp>
        <p:nvSpPr>
          <p:cNvPr id="9" name="Облачко с текстом: овальное 8">
            <a:extLst>
              <a:ext uri="{FF2B5EF4-FFF2-40B4-BE49-F238E27FC236}">
                <a16:creationId xmlns:a16="http://schemas.microsoft.com/office/drawing/2014/main" id="{E2E91762-E914-EB29-CE71-ABEAD58B361C}"/>
              </a:ext>
            </a:extLst>
          </p:cNvPr>
          <p:cNvSpPr/>
          <p:nvPr/>
        </p:nvSpPr>
        <p:spPr>
          <a:xfrm>
            <a:off x="10566400" y="528438"/>
            <a:ext cx="1079500" cy="741562"/>
          </a:xfrm>
          <a:prstGeom prst="wedgeEllipseCallou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tx1"/>
                </a:solidFill>
              </a:ln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4492984"/>
      </p:ext>
    </p:extLst>
  </p:cSld>
  <p:clrMapOvr>
    <a:masterClrMapping/>
  </p:clrMapOvr>
</p:sld>
</file>

<file path=ppt/theme/theme1.xml><?xml version="1.0" encoding="utf-8"?>
<a:theme xmlns:a="http://schemas.openxmlformats.org/drawingml/2006/main" name="Светлая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Другая 1">
      <a:majorFont>
        <a:latin typeface="Nunito Bold"/>
        <a:ea typeface=""/>
        <a:cs typeface=""/>
      </a:majorFont>
      <a:minorFont>
        <a:latin typeface="Nunito SemiBol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Синяя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3868</TotalTime>
  <Words>159</Words>
  <Application>Microsoft Office PowerPoint</Application>
  <PresentationFormat>Произвольный</PresentationFormat>
  <Paragraphs>42</Paragraphs>
  <Slides>7</Slides>
  <Notes>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7</vt:i4>
      </vt:variant>
    </vt:vector>
  </HeadingPairs>
  <TitlesOfParts>
    <vt:vector size="16" baseType="lpstr">
      <vt:lpstr>Arial</vt:lpstr>
      <vt:lpstr>Calibri</vt:lpstr>
      <vt:lpstr>Nunito Bold</vt:lpstr>
      <vt:lpstr>Nunito ExtraBold</vt:lpstr>
      <vt:lpstr>Nunito Sans Bold</vt:lpstr>
      <vt:lpstr>Nunito Sans SemiBold</vt:lpstr>
      <vt:lpstr>Nunito SemiBold</vt:lpstr>
      <vt:lpstr>Светлая</vt:lpstr>
      <vt:lpstr>Синяя</vt:lpstr>
      <vt:lpstr>Презентация PowerPoint</vt:lpstr>
      <vt:lpstr>Цель и задачи работы</vt:lpstr>
      <vt:lpstr>Методы оптимизации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dae lee</cp:lastModifiedBy>
  <cp:revision>129</cp:revision>
  <dcterms:created xsi:type="dcterms:W3CDTF">2025-10-16T18:17:35Z</dcterms:created>
  <dcterms:modified xsi:type="dcterms:W3CDTF">2026-05-31T15:28:21Z</dcterms:modified>
</cp:coreProperties>
</file>