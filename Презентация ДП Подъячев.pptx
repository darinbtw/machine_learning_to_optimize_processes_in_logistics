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307" r:id="rId3"/>
    <p:sldId id="304" r:id="rId4"/>
    <p:sldId id="29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03" autoAdjust="0"/>
    <p:restoredTop sz="96539" autoAdjust="0"/>
  </p:normalViewPr>
  <p:slideViewPr>
    <p:cSldViewPr snapToGrid="0" snapToObjects="1">
      <p:cViewPr varScale="1">
        <p:scale>
          <a:sx n="76" d="100"/>
          <a:sy n="76" d="100"/>
        </p:scale>
        <p:origin x="792" y="6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ru-RU" sz="2800" baseline="0" dirty="0"/>
              <a:t>Не забудь про актуальность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E82B3-BFE9-22DB-A95F-7B74F05D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059C8-4D59-3D8E-A61D-4CB1E46E5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AEBC00-8C4F-29A8-8830-065DEDEA3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402C3-5413-0C00-1147-DBD218ED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643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svg"/><Relationship Id="rId4" Type="http://schemas.openxmlformats.org/officeDocument/2006/relationships/image" Target="../media/image23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1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7"/>
            <a:ext cx="7953375" cy="3230883"/>
          </a:xfrm>
        </p:spPr>
        <p:txBody>
          <a:bodyPr/>
          <a:lstStyle/>
          <a:p>
            <a:r>
              <a:rPr lang="ru-RU" sz="3600" i="1" dirty="0"/>
              <a:t>Разработка программного комплекса для оптимизации маршрутов доставки на основе алгоритма "Ближайшего соседа" и его сравнительный анализ с другими жадными алгоритмами</a:t>
            </a:r>
            <a:endParaRPr lang="ru-RU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714375" y="826263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Коновалов Игорь Васильевич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714375" y="5391176"/>
            <a:ext cx="7953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Подъячев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Владислав Алексеевич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Группа: ИСП – 21</a:t>
            </a:r>
            <a:br>
              <a:rPr lang="ru-RU" sz="2400" dirty="0">
                <a:solidFill>
                  <a:schemeClr val="bg1"/>
                </a:solidFill>
                <a:latin typeface="Nunito Bold" pitchFamily="2" charset="-52"/>
              </a:rPr>
            </a:b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Специальность: 09.02.07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«Информационные системы и 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Программирование»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352022" y="327183"/>
            <a:ext cx="115839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8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6C09FF-315A-4A2F-B156-7F7D75862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проекта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204C7-436F-8EAD-B660-A2EC40707A74}"/>
              </a:ext>
            </a:extLst>
          </p:cNvPr>
          <p:cNvSpPr txBox="1"/>
          <p:nvPr/>
        </p:nvSpPr>
        <p:spPr>
          <a:xfrm>
            <a:off x="887411" y="2702252"/>
            <a:ext cx="5346700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Цель</a:t>
            </a:r>
          </a:p>
          <a:p>
            <a:endParaRPr lang="ru-RU" sz="3800" dirty="0"/>
          </a:p>
          <a:p>
            <a:r>
              <a:rPr lang="ru-RU" sz="3200" dirty="0"/>
              <a:t>Создание программного комплекса для автоматического построения оптимальных путей доставки и минимизации транспортных расходов компании.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2430D-6CB1-D124-BB81-814A1768F31E}"/>
              </a:ext>
            </a:extLst>
          </p:cNvPr>
          <p:cNvSpPr txBox="1"/>
          <p:nvPr/>
        </p:nvSpPr>
        <p:spPr>
          <a:xfrm>
            <a:off x="6534149" y="2758221"/>
            <a:ext cx="521970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Методы</a:t>
            </a:r>
          </a:p>
          <a:p>
            <a:endParaRPr lang="ru-RU" sz="3200" dirty="0"/>
          </a:p>
          <a:p>
            <a:r>
              <a:rPr lang="ru-RU" sz="3200" dirty="0"/>
              <a:t>Реализация эвристических алгоритмов (</a:t>
            </a:r>
            <a:r>
              <a:rPr lang="ru-RU" sz="3200" dirty="0" err="1"/>
              <a:t>Nearest</a:t>
            </a:r>
            <a:r>
              <a:rPr lang="ru-RU" sz="3200" dirty="0"/>
              <a:t> </a:t>
            </a:r>
            <a:r>
              <a:rPr lang="ru-RU" sz="3200" dirty="0" err="1"/>
              <a:t>Neighbor</a:t>
            </a:r>
            <a:r>
              <a:rPr lang="ru-RU" sz="3200" dirty="0"/>
              <a:t>) и методов локального поиска (2-opt) для решения задачи коммивояжера.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8E8F8-2F67-C771-47DD-3A438083E7B9}"/>
              </a:ext>
            </a:extLst>
          </p:cNvPr>
          <p:cNvSpPr txBox="1"/>
          <p:nvPr/>
        </p:nvSpPr>
        <p:spPr>
          <a:xfrm>
            <a:off x="12353925" y="2702252"/>
            <a:ext cx="52197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dirty="0"/>
              <a:t>Визуализация</a:t>
            </a:r>
          </a:p>
          <a:p>
            <a:endParaRPr lang="ru-RU" sz="3800" dirty="0"/>
          </a:p>
          <a:p>
            <a:r>
              <a:rPr lang="ru-RU" sz="3200" dirty="0"/>
              <a:t>Интеграция с Яндекс Картами для отображения маршрутов по реальной дорожной сети с учетом географических координат.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7C6D251-8ABA-606D-A6A1-D1CB9FF8A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35176"/>
            <a:ext cx="749300" cy="7493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48E023-B11A-C442-8D78-6A019BEF8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8700" y="1503003"/>
            <a:ext cx="952509" cy="95250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7E2B113-E062-C455-13B1-8CE6A6E75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168" y="1503003"/>
            <a:ext cx="1070364" cy="10703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F6E9-28BD-47D2-AAAF-2DDB057A1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275" y="344274"/>
            <a:ext cx="8807452" cy="1116225"/>
          </a:xfrm>
        </p:spPr>
        <p:txBody>
          <a:bodyPr/>
          <a:lstStyle/>
          <a:p>
            <a:r>
              <a:rPr lang="ru-RU" sz="4000" dirty="0"/>
              <a:t>Логика алгоритма и постобработка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F03A702-44FA-4B51-8D08-B64532F2BB7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158" b="1158"/>
          <a:stretch/>
        </p:blipFill>
        <p:spPr>
          <a:prstGeom prst="roundRect">
            <a:avLst>
              <a:gd name="adj" fmla="val 5708"/>
            </a:avLst>
          </a:prstGeom>
          <a:effectLst>
            <a:softEdge rad="38100"/>
          </a:effectLst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764814B9-1C41-4ECD-81DD-4B924F9C2D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55471" y="2000293"/>
            <a:ext cx="7651750" cy="6286413"/>
          </a:xfrm>
        </p:spPr>
        <p:txBody>
          <a:bodyPr/>
          <a:lstStyle/>
          <a:p>
            <a:pPr algn="just"/>
            <a:r>
              <a:rPr lang="ru-RU" dirty="0"/>
              <a:t>1) Жадная стратегия: алгоритм NN выбирает ближайшую </a:t>
            </a:r>
            <a:r>
              <a:rPr lang="ru-RU" dirty="0" err="1"/>
              <a:t>непосещенную</a:t>
            </a:r>
            <a:r>
              <a:rPr lang="ru-RU" dirty="0"/>
              <a:t> точку на каждом шаг</a:t>
            </a:r>
          </a:p>
          <a:p>
            <a:pPr algn="just"/>
            <a:r>
              <a:rPr lang="ru-RU" dirty="0"/>
              <a:t>2) Оптимизация 2-opt: устранение самопересечений маршрута для сокращения дистанции.</a:t>
            </a:r>
          </a:p>
          <a:p>
            <a:pPr algn="just"/>
            <a:r>
              <a:rPr lang="ru-RU" dirty="0"/>
              <a:t>3) Производительность: расчет маршрута для 200 точек занимает менее 1 секунды.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0A8E4-A766-E89F-AD5D-058E7A95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>
            <a:extLst>
              <a:ext uri="{FF2B5EF4-FFF2-40B4-BE49-F238E27FC236}">
                <a16:creationId xmlns:a16="http://schemas.microsoft.com/office/drawing/2014/main" id="{236A2447-FF9D-E1E1-71AF-B719AC0DD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EBE393-A01D-3C67-52D3-F7C91EA90F39}"/>
              </a:ext>
            </a:extLst>
          </p:cNvPr>
          <p:cNvSpPr txBox="1"/>
          <p:nvPr/>
        </p:nvSpPr>
        <p:spPr>
          <a:xfrm>
            <a:off x="4018300" y="433996"/>
            <a:ext cx="1025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Nunito Bold" pitchFamily="2" charset="-52"/>
              </a:rPr>
              <a:t>Пример интерфейса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8B90E464-C099-1A99-E7B4-2E11D6A9C714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1E7659A-8B1E-11B3-7CFD-978FCE94CB9E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EAB6AB-E05B-D766-3D2A-C25149B41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07" y="1366044"/>
            <a:ext cx="14514826" cy="755491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A18429-E31D-CA9B-41A6-5E98B89E9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210" y="1366044"/>
            <a:ext cx="15157183" cy="755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85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4191000" y="528438"/>
            <a:ext cx="105283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Сравнение при 16 точках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05820E5-0ABA-86EC-E9F9-24DA5AE82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950" y="2275957"/>
            <a:ext cx="14641850" cy="5735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3995</TotalTime>
  <Words>181</Words>
  <Application>Microsoft Office PowerPoint</Application>
  <PresentationFormat>Произвольный</PresentationFormat>
  <Paragraphs>33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4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Светлая</vt:lpstr>
      <vt:lpstr>Синяя</vt:lpstr>
      <vt:lpstr>Презентация PowerPoint</vt:lpstr>
      <vt:lpstr>Цель и задачи проекта</vt:lpstr>
      <vt:lpstr>Логика алгоритма и постобработка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dae lee</cp:lastModifiedBy>
  <cp:revision>140</cp:revision>
  <dcterms:created xsi:type="dcterms:W3CDTF">2025-10-16T18:17:35Z</dcterms:created>
  <dcterms:modified xsi:type="dcterms:W3CDTF">2026-06-19T07:28:04Z</dcterms:modified>
</cp:coreProperties>
</file>