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8"/>
  </p:notesMasterIdLst>
  <p:handoutMasterIdLst>
    <p:handoutMasterId r:id="rId9"/>
  </p:handoutMasterIdLst>
  <p:sldIdLst>
    <p:sldId id="256" r:id="rId3"/>
    <p:sldId id="304" r:id="rId4"/>
    <p:sldId id="298" r:id="rId5"/>
    <p:sldId id="259" r:id="rId6"/>
    <p:sldId id="261" r:id="rId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3A6"/>
    <a:srgbClr val="2E70E3"/>
    <a:srgbClr val="286FE5"/>
    <a:srgbClr val="8C8C8C"/>
    <a:srgbClr val="A5A5A5"/>
    <a:srgbClr val="3E719B"/>
    <a:srgbClr val="EEEEE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Средний стиль 3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03" autoAdjust="0"/>
    <p:restoredTop sz="96539" autoAdjust="0"/>
  </p:normalViewPr>
  <p:slideViewPr>
    <p:cSldViewPr snapToGrid="0" snapToObjects="1">
      <p:cViewPr varScale="1">
        <p:scale>
          <a:sx n="76" d="100"/>
          <a:sy n="76" d="100"/>
        </p:scale>
        <p:origin x="792" y="96"/>
      </p:cViewPr>
      <p:guideLst/>
    </p:cSldViewPr>
  </p:slideViewPr>
  <p:outlineViewPr>
    <p:cViewPr>
      <p:scale>
        <a:sx n="33" d="100"/>
        <a:sy n="33" d="100"/>
      </p:scale>
      <p:origin x="0" y="-514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43" d="100"/>
          <a:sy n="43" d="100"/>
        </p:scale>
        <p:origin x="432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67-43B0-8B78-CABD59393076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67-43B0-8B78-CABD59393076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467-43B0-8B78-CABD593930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22468080"/>
        <c:axId val="1141335776"/>
      </c:barChart>
      <c:catAx>
        <c:axId val="922468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unito Sans ExtraBold"/>
                <a:ea typeface="Nunito Sans ExtraBold"/>
                <a:cs typeface="+mn-cs"/>
              </a:defRPr>
            </a:pPr>
            <a:endParaRPr lang="ru-RU"/>
          </a:p>
        </c:txPr>
        <c:crossAx val="1141335776"/>
        <c:crosses val="autoZero"/>
        <c:auto val="1"/>
        <c:lblAlgn val="ctr"/>
        <c:lblOffset val="100"/>
        <c:noMultiLvlLbl val="0"/>
      </c:catAx>
      <c:valAx>
        <c:axId val="1141335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unito Sans ExtraBold"/>
                <a:ea typeface="Nunito Sans ExtraBold"/>
                <a:cs typeface="+mn-cs"/>
              </a:defRPr>
            </a:pPr>
            <a:endParaRPr lang="ru-RU"/>
          </a:p>
        </c:txPr>
        <c:crossAx val="922468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F4B-483A-8513-5125EC87C351}"/>
              </c:ext>
            </c:extLst>
          </c:dPt>
          <c:dPt>
            <c:idx val="1"/>
            <c:bubble3D val="0"/>
            <c:spPr>
              <a:solidFill>
                <a:srgbClr val="286F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F4B-483A-8513-5125EC87C35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F4B-483A-8513-5125EC87C351}"/>
              </c:ext>
            </c:extLst>
          </c:dPt>
          <c:dPt>
            <c:idx val="3"/>
            <c:bubble3D val="0"/>
            <c:spPr>
              <a:solidFill>
                <a:srgbClr val="8C8C8C"/>
              </a:solidFill>
              <a:ln w="19050">
                <a:solidFill>
                  <a:srgbClr val="8C8C8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F4B-483A-8513-5125EC87C351}"/>
              </c:ext>
            </c:extLst>
          </c:dPt>
          <c:cat>
            <c:strRef>
              <c:f>Лист1!$A$2:$A$5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F4B-483A-8513-5125EC87C3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38100">
      <a:solidFill>
        <a:srgbClr val="286FE5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746-41F4-85A5-90A4F63D6700}"/>
              </c:ext>
            </c:extLst>
          </c:dPt>
          <c:dPt>
            <c:idx val="1"/>
            <c:bubble3D val="0"/>
            <c:spPr>
              <a:solidFill>
                <a:srgbClr val="286F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746-41F4-85A5-90A4F63D670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746-41F4-85A5-90A4F63D6700}"/>
              </c:ext>
            </c:extLst>
          </c:dPt>
          <c:dPt>
            <c:idx val="3"/>
            <c:bubble3D val="0"/>
            <c:spPr>
              <a:solidFill>
                <a:srgbClr val="8C8C8C"/>
              </a:solidFill>
              <a:ln w="19050">
                <a:solidFill>
                  <a:srgbClr val="8C8C8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746-41F4-85A5-90A4F63D6700}"/>
              </c:ext>
            </c:extLst>
          </c:dPt>
          <c:cat>
            <c:strRef>
              <c:f>Лист1!$A$2:$A$5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746-41F4-85A5-90A4F63D67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38100">
      <a:solidFill>
        <a:srgbClr val="286FE5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46-4A39-BD47-A8409F02A7D5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D46-4A39-BD47-A8409F02A7D5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D46-4A39-BD47-A8409F02A7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22468080"/>
        <c:axId val="1141335776"/>
      </c:barChart>
      <c:catAx>
        <c:axId val="922468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unito Sans ExtraBold"/>
                <a:ea typeface="Nunito Sans ExtraBold"/>
                <a:cs typeface="+mn-cs"/>
              </a:defRPr>
            </a:pPr>
            <a:endParaRPr lang="ru-RU"/>
          </a:p>
        </c:txPr>
        <c:crossAx val="1141335776"/>
        <c:crosses val="autoZero"/>
        <c:auto val="1"/>
        <c:lblAlgn val="ctr"/>
        <c:lblOffset val="100"/>
        <c:noMultiLvlLbl val="0"/>
      </c:catAx>
      <c:valAx>
        <c:axId val="1141335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unito Sans ExtraBold"/>
                <a:ea typeface="Nunito Sans ExtraBold"/>
                <a:cs typeface="+mn-cs"/>
              </a:defRPr>
            </a:pPr>
            <a:endParaRPr lang="ru-RU"/>
          </a:p>
        </c:txPr>
        <c:crossAx val="922468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C38-4010-9EF6-2FBF83FACC02}"/>
              </c:ext>
            </c:extLst>
          </c:dPt>
          <c:dPt>
            <c:idx val="1"/>
            <c:bubble3D val="0"/>
            <c:spPr>
              <a:solidFill>
                <a:srgbClr val="286F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C38-4010-9EF6-2FBF83FACC0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C38-4010-9EF6-2FBF83FACC02}"/>
              </c:ext>
            </c:extLst>
          </c:dPt>
          <c:dPt>
            <c:idx val="3"/>
            <c:bubble3D val="0"/>
            <c:spPr>
              <a:solidFill>
                <a:srgbClr val="8C8C8C"/>
              </a:solidFill>
              <a:ln w="19050">
                <a:solidFill>
                  <a:srgbClr val="8C8C8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C38-4010-9EF6-2FBF83FACC02}"/>
              </c:ext>
            </c:extLst>
          </c:dPt>
          <c:cat>
            <c:strRef>
              <c:f>Лист1!$A$2:$A$5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C38-4010-9EF6-2FBF83FACC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38100">
      <a:solidFill>
        <a:srgbClr val="286FE5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0AD-45F8-A719-2071FEF93AC9}"/>
              </c:ext>
            </c:extLst>
          </c:dPt>
          <c:dPt>
            <c:idx val="1"/>
            <c:bubble3D val="0"/>
            <c:spPr>
              <a:solidFill>
                <a:srgbClr val="286F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0AD-45F8-A719-2071FEF93AC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0AD-45F8-A719-2071FEF93AC9}"/>
              </c:ext>
            </c:extLst>
          </c:dPt>
          <c:dPt>
            <c:idx val="3"/>
            <c:bubble3D val="0"/>
            <c:spPr>
              <a:solidFill>
                <a:srgbClr val="8C8C8C"/>
              </a:solidFill>
              <a:ln w="19050">
                <a:solidFill>
                  <a:srgbClr val="8C8C8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0AD-45F8-A719-2071FEF93AC9}"/>
              </c:ext>
            </c:extLst>
          </c:dPt>
          <c:cat>
            <c:strRef>
              <c:f>Лист1!$A$2:$A$5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0AD-45F8-A719-2071FEF93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38100">
      <a:solidFill>
        <a:srgbClr val="286FE5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2408143-EB30-4AA3-8610-AEFE5125091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8A64DB5-5717-4BEF-8AC0-26D3CCF77C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457D3-7643-445A-92AB-3517B3725C26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8893248-79D1-472B-AE93-1A5218657A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8410A7A-5598-491D-A64D-A4DCDA4977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770CD6-BFC2-4DD7-B8A7-9DF9E8F424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3480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8686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0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4" Type="http://schemas.openxmlformats.org/officeDocument/2006/relationships/chart" Target="../charts/chart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23.svg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Relationship Id="rId4" Type="http://schemas.openxmlformats.org/officeDocument/2006/relationships/chart" Target="../charts/chart6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oup 4" descr="preencoded.png">
            <a:extLst>
              <a:ext uri="{FF2B5EF4-FFF2-40B4-BE49-F238E27FC236}">
                <a16:creationId xmlns:a16="http://schemas.microsoft.com/office/drawing/2014/main" id="{EFF1CBB7-E592-4F72-9E11-A81F7B461C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20250" y="1428750"/>
            <a:ext cx="7953375" cy="7048500"/>
          </a:xfrm>
          <a:prstGeom prst="rect">
            <a:avLst/>
          </a:prstGeom>
        </p:spPr>
      </p:pic>
      <p:sp>
        <p:nvSpPr>
          <p:cNvPr id="6" name="Текст 4">
            <a:extLst>
              <a:ext uri="{FF2B5EF4-FFF2-40B4-BE49-F238E27FC236}">
                <a16:creationId xmlns:a16="http://schemas.microsoft.com/office/drawing/2014/main" id="{91ED8208-C327-4B77-A83F-FC267B2051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4375" y="1428750"/>
            <a:ext cx="7953375" cy="704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>
                <a:latin typeface="+mj-lt"/>
              </a:defRPr>
            </a:lvl1pPr>
          </a:lstStyle>
          <a:p>
            <a:pPr lvl="0"/>
            <a:r>
              <a:rPr lang="ru-RU" dirty="0"/>
              <a:t>Шаблон для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956141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55E20D2-9293-4F90-9416-D4F1C4920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375" y="1142999"/>
            <a:ext cx="12810036" cy="1591492"/>
          </a:xfrm>
          <a:prstGeom prst="rect">
            <a:avLst/>
          </a:prstGeom>
        </p:spPr>
        <p:txBody>
          <a:bodyPr/>
          <a:lstStyle>
            <a:lvl1pPr algn="l">
              <a:defRPr sz="9600">
                <a:solidFill>
                  <a:schemeClr val="tx1"/>
                </a:solidFill>
                <a:latin typeface="Nunito Bold" pitchFamily="2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Слайд - разделитель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411FE70F-1751-4F1A-A30A-848B8CB9CF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6791" y="1938745"/>
            <a:ext cx="12486409" cy="98659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6800">
                <a:solidFill>
                  <a:srgbClr val="286FE5"/>
                </a:solidFill>
                <a:latin typeface="Nunito ExtraBold" pitchFamily="2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74956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9">
            <a:extLst>
              <a:ext uri="{FF2B5EF4-FFF2-40B4-BE49-F238E27FC236}">
                <a16:creationId xmlns:a16="http://schemas.microsoft.com/office/drawing/2014/main" id="{37449E3D-C1DB-45E1-BD80-A942D6717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4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FDC2213-0F67-486E-8CF4-FACDA2534B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4977" y="1706601"/>
            <a:ext cx="8248650" cy="6829425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7" name="Текст 23">
            <a:extLst>
              <a:ext uri="{FF2B5EF4-FFF2-40B4-BE49-F238E27FC236}">
                <a16:creationId xmlns:a16="http://schemas.microsoft.com/office/drawing/2014/main" id="{230AABAC-9576-49C7-A2CB-1822DB98E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58352" y="2117725"/>
            <a:ext cx="7505700" cy="6051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 Господа, постоянное обеспечение.</a:t>
            </a:r>
            <a:endParaRPr lang="en-US" sz="3600" dirty="0">
              <a:latin typeface="Nunito Sans SemiBold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FC998EDD-1BC5-4EFD-803E-A810D91608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4" y="1706601"/>
            <a:ext cx="8248650" cy="6829425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9" name="Текст 23">
            <a:extLst>
              <a:ext uri="{FF2B5EF4-FFF2-40B4-BE49-F238E27FC236}">
                <a16:creationId xmlns:a16="http://schemas.microsoft.com/office/drawing/2014/main" id="{AA70463E-02FF-4AFE-A3C4-5DDC54E35E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7749" y="2117725"/>
            <a:ext cx="7505700" cy="6051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 Господа, постоянное обеспечение.</a:t>
            </a:r>
            <a:endParaRPr lang="en-US" sz="3600" dirty="0">
              <a:latin typeface="Nunito Sans SemiBol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E89DB18-E1B1-4EF4-BA87-F4FBF1C327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3B631C73-7DA6-4C42-956E-A679912B9647}"/>
              </a:ext>
            </a:extLst>
          </p:cNvPr>
          <p:cNvSpPr/>
          <p:nvPr userDrawn="1"/>
        </p:nvSpPr>
        <p:spPr>
          <a:xfrm>
            <a:off x="1047750" y="2295525"/>
            <a:ext cx="7223414" cy="550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endParaRPr lang="en-US" sz="3600" dirty="0"/>
          </a:p>
        </p:txBody>
      </p:sp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1B627428-DE87-4935-A55B-F4B39220E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Рисунок 14">
            <a:extLst>
              <a:ext uri="{FF2B5EF4-FFF2-40B4-BE49-F238E27FC236}">
                <a16:creationId xmlns:a16="http://schemas.microsoft.com/office/drawing/2014/main" id="{47C71182-74D8-49E1-8B16-01F96F3719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21825" y="714375"/>
            <a:ext cx="8343900" cy="8343900"/>
          </a:xfrm>
          <a:prstGeom prst="roundRect">
            <a:avLst>
              <a:gd name="adj" fmla="val 5708"/>
            </a:avLst>
          </a:prstGeom>
          <a:effectLst>
            <a:softEdge rad="38100"/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8BD3B1-CA26-4579-9720-B5099B56FB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50" y="2295525"/>
            <a:ext cx="7651750" cy="5503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тщательные. Как принято считать, базовые сценарии поведения пользователей объединены, базовые сценарии поведения </a:t>
            </a:r>
          </a:p>
        </p:txBody>
      </p:sp>
    </p:spTree>
    <p:extLst>
      <p:ext uri="{BB962C8B-B14F-4D97-AF65-F5344CB8AC3E}">
        <p14:creationId xmlns:p14="http://schemas.microsoft.com/office/powerpoint/2010/main" val="1344041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D292F892-BD09-EB67-02F5-5587348E2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26B2989-22D0-53DB-44B2-10C9F29F4E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2052638"/>
            <a:ext cx="10287454" cy="6133419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Рисунок 9">
            <a:extLst>
              <a:ext uri="{FF2B5EF4-FFF2-40B4-BE49-F238E27FC236}">
                <a16:creationId xmlns:a16="http://schemas.microsoft.com/office/drawing/2014/main" id="{7447184F-F1B6-A6C4-2095-314B84799E9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25263" y="714375"/>
            <a:ext cx="5953125" cy="8858250"/>
          </a:xfrm>
          <a:prstGeom prst="roundRect">
            <a:avLst>
              <a:gd name="adj" fmla="val 793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ABAB84FB-6BCD-41AD-8DF1-5D211D47F7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49" y="2295525"/>
            <a:ext cx="9631435" cy="5503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</a:t>
            </a:r>
            <a:r>
              <a:rPr lang="ru-RU" dirty="0" err="1"/>
              <a:t>тщательные.Как</a:t>
            </a:r>
            <a:r>
              <a:rPr lang="ru-RU" dirty="0"/>
              <a:t> принято считать, базовые сценарии поведения пользователей объединены. Как принято считать, базовые сценарии поведения пользователей объединены в целые кластеры себе подобных. </a:t>
            </a:r>
          </a:p>
        </p:txBody>
      </p:sp>
    </p:spTree>
    <p:extLst>
      <p:ext uri="{BB962C8B-B14F-4D97-AF65-F5344CB8AC3E}">
        <p14:creationId xmlns:p14="http://schemas.microsoft.com/office/powerpoint/2010/main" val="66428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8BE58EDD-5F3B-AE1B-6B5B-920BD6D6C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6">
            <a:extLst>
              <a:ext uri="{FF2B5EF4-FFF2-40B4-BE49-F238E27FC236}">
                <a16:creationId xmlns:a16="http://schemas.microsoft.com/office/drawing/2014/main" id="{CD7B5298-8A06-4222-85BB-A57BD09804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5" y="1658938"/>
            <a:ext cx="8081963" cy="6948487"/>
          </a:xfrm>
          <a:prstGeom prst="roundRect">
            <a:avLst>
              <a:gd name="adj" fmla="val 640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EA2524EB-DF1F-4FE8-9784-294ED085BC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91662" y="1658483"/>
            <a:ext cx="8081963" cy="6948487"/>
          </a:xfrm>
          <a:prstGeom prst="roundRect">
            <a:avLst>
              <a:gd name="adj" fmla="val 5922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74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5">
            <a:extLst>
              <a:ext uri="{FF2B5EF4-FFF2-40B4-BE49-F238E27FC236}">
                <a16:creationId xmlns:a16="http://schemas.microsoft.com/office/drawing/2014/main" id="{A6D6DD05-6D23-3622-936F-8176A1FEF6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3" y="1571625"/>
            <a:ext cx="16859252" cy="7143750"/>
          </a:xfrm>
          <a:prstGeom prst="roundRect">
            <a:avLst>
              <a:gd name="adj" fmla="val 668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7B2C6FB4-C6F6-4C44-ABBA-F23B1976F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626480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57F73213-1948-4724-9DCE-56F2C34CE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9">
            <a:extLst>
              <a:ext uri="{FF2B5EF4-FFF2-40B4-BE49-F238E27FC236}">
                <a16:creationId xmlns:a16="http://schemas.microsoft.com/office/drawing/2014/main" id="{38449E18-B00F-4C29-9716-CACCB83B1F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159" y="1480911"/>
            <a:ext cx="8074456" cy="3421291"/>
          </a:xfrm>
          <a:prstGeom prst="roundRect">
            <a:avLst>
              <a:gd name="adj" fmla="val 759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Рисунок 9">
            <a:extLst>
              <a:ext uri="{FF2B5EF4-FFF2-40B4-BE49-F238E27FC236}">
                <a16:creationId xmlns:a16="http://schemas.microsoft.com/office/drawing/2014/main" id="{59F71F64-8485-4FD2-87D1-44F182BB4DC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4373" y="5203375"/>
            <a:ext cx="8074456" cy="3421291"/>
          </a:xfrm>
          <a:prstGeom prst="roundRect">
            <a:avLst>
              <a:gd name="adj" fmla="val 8330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FEE4F88B-D793-4AAA-8F46-20A27F1164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98743" y="1480911"/>
            <a:ext cx="8074456" cy="3421291"/>
          </a:xfrm>
          <a:prstGeom prst="roundRect">
            <a:avLst>
              <a:gd name="adj" fmla="val 808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1" name="Рисунок 9">
            <a:extLst>
              <a:ext uri="{FF2B5EF4-FFF2-40B4-BE49-F238E27FC236}">
                <a16:creationId xmlns:a16="http://schemas.microsoft.com/office/drawing/2014/main" id="{D6CE896A-5A91-4ADC-9CCF-3E7A275FAF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498743" y="5203374"/>
            <a:ext cx="8074456" cy="3421291"/>
          </a:xfrm>
          <a:prstGeom prst="roundRect">
            <a:avLst>
              <a:gd name="adj" fmla="val 784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795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13D1EBD-EDAB-B3D2-A901-8CC7F3ED63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54176B-895E-3197-0A81-348C234E78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49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5B845EEC-6CF5-474B-8432-6CC8C5ADD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Текст 23">
            <a:extLst>
              <a:ext uri="{FF2B5EF4-FFF2-40B4-BE49-F238E27FC236}">
                <a16:creationId xmlns:a16="http://schemas.microsoft.com/office/drawing/2014/main" id="{FA1DADC3-73B4-4517-961E-96AD3A0434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49" y="2385327"/>
            <a:ext cx="7505700" cy="5163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</a:t>
            </a:r>
            <a:endParaRPr lang="en-US" sz="3600" dirty="0">
              <a:latin typeface="Nunito Sans SemiBold"/>
            </a:endParaRPr>
          </a:p>
        </p:txBody>
      </p:sp>
      <p:sp>
        <p:nvSpPr>
          <p:cNvPr id="13" name="Текст 23">
            <a:extLst>
              <a:ext uri="{FF2B5EF4-FFF2-40B4-BE49-F238E27FC236}">
                <a16:creationId xmlns:a16="http://schemas.microsoft.com/office/drawing/2014/main" id="{D56C923F-669B-4A7D-B266-F7B38A40D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39483" y="2385326"/>
            <a:ext cx="7505700" cy="5163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</a:t>
            </a:r>
            <a:endParaRPr lang="en-US" sz="3600" dirty="0">
              <a:latin typeface="Nunito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57325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39D9EE-2836-6FCC-EBE0-0D15216F8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1785937"/>
            <a:ext cx="16859250" cy="6715125"/>
          </a:xfrm>
          <a:prstGeom prst="rect">
            <a:avLst/>
          </a:prstGeom>
        </p:spPr>
      </p:pic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F5A80529-A754-4C43-9B67-8A1A38703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3">
            <a:extLst>
              <a:ext uri="{FF2B5EF4-FFF2-40B4-BE49-F238E27FC236}">
                <a16:creationId xmlns:a16="http://schemas.microsoft.com/office/drawing/2014/main" id="{AECADCD2-F9B8-4D1F-B77E-2BE4819586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49" y="2164361"/>
            <a:ext cx="16166460" cy="59058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С другой стороны, высокотехнологичная концепция общественного уклада обеспечивает актуальность </a:t>
            </a:r>
            <a:r>
              <a:rPr lang="ru-RU" sz="3600" dirty="0" err="1">
                <a:latin typeface="Nunito Sans SemiBold"/>
              </a:rPr>
              <a:t>приоретизации</a:t>
            </a:r>
            <a:r>
              <a:rPr lang="ru-RU" sz="3600" dirty="0">
                <a:latin typeface="Nunito Sans SemiBold"/>
              </a:rPr>
              <a:t> разума над эмоциями. Картельные сговоры не допускают ситуации, при которой реплицированные с зарубежных источников, современные исследования формируют глобальную экономическую сеть и при этом — ограничены исключительно образом мышления. Значимость этих проблем настолько очевидна, что выбранный нами инновационный путь говорит о возможностях системы массового участия. С другой стороны, высокотехнологичная концепция общественного уклада обеспечивает актуальность </a:t>
            </a:r>
            <a:r>
              <a:rPr lang="ru-RU" sz="3600" dirty="0" err="1">
                <a:latin typeface="Nunito Sans SemiBold"/>
              </a:rPr>
              <a:t>приоретизации</a:t>
            </a:r>
            <a:r>
              <a:rPr lang="ru-RU" sz="3600" dirty="0">
                <a:latin typeface="Nunito Sans SemiBold"/>
              </a:rPr>
              <a:t> разума над эмоциями. </a:t>
            </a:r>
          </a:p>
        </p:txBody>
      </p:sp>
    </p:spTree>
    <p:extLst>
      <p:ext uri="{BB962C8B-B14F-4D97-AF65-F5344CB8AC3E}">
        <p14:creationId xmlns:p14="http://schemas.microsoft.com/office/powerpoint/2010/main" val="2883084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60DE615-1C15-0278-D235-E356254873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3" y="1919287"/>
            <a:ext cx="8124825" cy="64484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89D4693-ACA9-8796-D4B2-6DF53DB538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48802" y="1919287"/>
            <a:ext cx="8124825" cy="6448425"/>
          </a:xfrm>
          <a:prstGeom prst="rect">
            <a:avLst/>
          </a:prstGeom>
        </p:spPr>
      </p:pic>
      <p:sp>
        <p:nvSpPr>
          <p:cNvPr id="9" name="Заголовок 9">
            <a:extLst>
              <a:ext uri="{FF2B5EF4-FFF2-40B4-BE49-F238E27FC236}">
                <a16:creationId xmlns:a16="http://schemas.microsoft.com/office/drawing/2014/main" id="{6F05270A-D929-4C6C-8EF6-E8723102D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AE017D-26FB-457D-9CF0-2255E36D3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52525" y="2326028"/>
            <a:ext cx="7267576" cy="7301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BD9938E6-9712-4524-9596-28BCAAC394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77426" y="2326027"/>
            <a:ext cx="7267576" cy="7301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A742366-C0C4-4142-9267-E58D0AA836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52525" y="4010025"/>
            <a:ext cx="7267575" cy="3867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 считать, базовые сценарии поведения</a:t>
            </a:r>
          </a:p>
        </p:txBody>
      </p:sp>
      <p:sp>
        <p:nvSpPr>
          <p:cNvPr id="17" name="Текст 9">
            <a:extLst>
              <a:ext uri="{FF2B5EF4-FFF2-40B4-BE49-F238E27FC236}">
                <a16:creationId xmlns:a16="http://schemas.microsoft.com/office/drawing/2014/main" id="{8AB634BB-B496-4CCE-AE4B-3258993D2A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877427" y="4010025"/>
            <a:ext cx="7267575" cy="3867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 считать, базовые сценарии поведения</a:t>
            </a:r>
          </a:p>
        </p:txBody>
      </p:sp>
    </p:spTree>
    <p:extLst>
      <p:ext uri="{BB962C8B-B14F-4D97-AF65-F5344CB8AC3E}">
        <p14:creationId xmlns:p14="http://schemas.microsoft.com/office/powerpoint/2010/main" val="939216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9178377-8839-82A9-22ED-9FD3212480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57775" y="1919287"/>
            <a:ext cx="3905250" cy="644842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D9DF8B-5E9F-0161-0C58-4C6845366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7710" y="1919287"/>
            <a:ext cx="3905250" cy="6448425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74AF4928-8D82-3A4A-729D-EE24AFC257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635042" y="1919287"/>
            <a:ext cx="3905250" cy="6448425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4D71E827-E340-CDCD-4C02-291CB7FD3B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4977" y="1919287"/>
            <a:ext cx="3905250" cy="6448425"/>
          </a:xfrm>
          <a:prstGeom prst="rect">
            <a:avLst/>
          </a:prstGeom>
        </p:spPr>
      </p:pic>
      <p:sp>
        <p:nvSpPr>
          <p:cNvPr id="15" name="Заголовок 9">
            <a:extLst>
              <a:ext uri="{FF2B5EF4-FFF2-40B4-BE49-F238E27FC236}">
                <a16:creationId xmlns:a16="http://schemas.microsoft.com/office/drawing/2014/main" id="{E3ED94B4-A49E-4FC0-B807-21FFB34CE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78200342-E889-4F04-B34F-5D4906FEE0F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52525" y="2212182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9">
            <a:extLst>
              <a:ext uri="{FF2B5EF4-FFF2-40B4-BE49-F238E27FC236}">
                <a16:creationId xmlns:a16="http://schemas.microsoft.com/office/drawing/2014/main" id="{CC5DF422-F239-4344-90F4-ACF5CDD987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2525" y="3417888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873CFA3B-777A-4432-997B-4238619342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15535" y="2213580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9">
            <a:extLst>
              <a:ext uri="{FF2B5EF4-FFF2-40B4-BE49-F238E27FC236}">
                <a16:creationId xmlns:a16="http://schemas.microsoft.com/office/drawing/2014/main" id="{8E5DB00B-54CF-4B0F-908B-41750390B7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15535" y="3419286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36" name="Текст 3">
            <a:extLst>
              <a:ext uri="{FF2B5EF4-FFF2-40B4-BE49-F238E27FC236}">
                <a16:creationId xmlns:a16="http://schemas.microsoft.com/office/drawing/2014/main" id="{3AF21A78-B857-4694-9A14-0B13992914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750783" y="2210784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7" name="Текст 9">
            <a:extLst>
              <a:ext uri="{FF2B5EF4-FFF2-40B4-BE49-F238E27FC236}">
                <a16:creationId xmlns:a16="http://schemas.microsoft.com/office/drawing/2014/main" id="{F1369989-7532-4806-89FE-D836C96714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50783" y="3416490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38" name="Текст 3">
            <a:extLst>
              <a:ext uri="{FF2B5EF4-FFF2-40B4-BE49-F238E27FC236}">
                <a16:creationId xmlns:a16="http://schemas.microsoft.com/office/drawing/2014/main" id="{15A99355-9FCC-430F-A451-94411036237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013793" y="2212182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Текст 9">
            <a:extLst>
              <a:ext uri="{FF2B5EF4-FFF2-40B4-BE49-F238E27FC236}">
                <a16:creationId xmlns:a16="http://schemas.microsoft.com/office/drawing/2014/main" id="{5F1A653F-5392-490D-A75A-BC782DC68A1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013793" y="3417888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</p:spTree>
    <p:extLst>
      <p:ext uri="{BB962C8B-B14F-4D97-AF65-F5344CB8AC3E}">
        <p14:creationId xmlns:p14="http://schemas.microsoft.com/office/powerpoint/2010/main" val="1223652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ECBE4D-E92E-4634-8544-785D2B35B0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86985" y="5182281"/>
            <a:ext cx="4648200" cy="366712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75CDA3-3AA3-48C9-A9C1-2B57127A04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7164" y="7224711"/>
            <a:ext cx="3600450" cy="17811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EC16FA4-9CA7-471D-94C6-105D031632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57425" y="1863499"/>
            <a:ext cx="14763750" cy="21526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0602DF4-442D-4E69-9AD7-1B21BE38BA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375" y="1770969"/>
            <a:ext cx="3600450" cy="17811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336E536-AA52-4F9A-A308-8469690E9E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73175" y="1770969"/>
            <a:ext cx="3600450" cy="178117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834AD8A-69BC-440A-8F9F-89035AD5E8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3775" y="1770969"/>
            <a:ext cx="3600450" cy="178117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3333250-0D2B-4EB3-8A3F-6498595DCF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2125" y="3289187"/>
            <a:ext cx="14763750" cy="215265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EE31A93-1FA6-4F06-AA22-59CC625EF6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9368" y="4810806"/>
            <a:ext cx="14763750" cy="2152650"/>
          </a:xfrm>
          <a:prstGeom prst="rect">
            <a:avLst/>
          </a:prstGeom>
        </p:spPr>
      </p:pic>
      <p:sp>
        <p:nvSpPr>
          <p:cNvPr id="35" name="Текст 34">
            <a:extLst>
              <a:ext uri="{FF2B5EF4-FFF2-40B4-BE49-F238E27FC236}">
                <a16:creationId xmlns:a16="http://schemas.microsoft.com/office/drawing/2014/main" id="{59C4C3C6-3947-404C-80FC-1DBA22C696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2176" y="1946275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39" name="Текст 34">
            <a:extLst>
              <a:ext uri="{FF2B5EF4-FFF2-40B4-BE49-F238E27FC236}">
                <a16:creationId xmlns:a16="http://schemas.microsoft.com/office/drawing/2014/main" id="{D9581FA9-DDAE-47F6-B6CB-0C27C96E3F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3294" y="1947529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r>
              <a:rPr lang="ru-RU" dirty="0"/>
              <a:t>.</a:t>
            </a:r>
          </a:p>
        </p:txBody>
      </p:sp>
      <p:sp>
        <p:nvSpPr>
          <p:cNvPr id="41" name="Текст 34">
            <a:extLst>
              <a:ext uri="{FF2B5EF4-FFF2-40B4-BE49-F238E27FC236}">
                <a16:creationId xmlns:a16="http://schemas.microsoft.com/office/drawing/2014/main" id="{83A1C5E5-C4E6-482E-89B1-70F85AF42B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57629" y="1951071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62FAFC3A-5BCE-44F2-9BA7-DDCA038310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162" y="4758851"/>
            <a:ext cx="3600450" cy="1781175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A99FD765-7E36-4AC9-81CC-4A6CDF19CAF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82962" y="4758851"/>
            <a:ext cx="3600450" cy="1781175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2E376F7C-B28F-40EF-A1E7-A1D303D843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3562" y="4758851"/>
            <a:ext cx="3600450" cy="1781175"/>
          </a:xfrm>
          <a:prstGeom prst="rect">
            <a:avLst/>
          </a:prstGeom>
        </p:spPr>
      </p:pic>
      <p:sp>
        <p:nvSpPr>
          <p:cNvPr id="52" name="Текст 34">
            <a:extLst>
              <a:ext uri="{FF2B5EF4-FFF2-40B4-BE49-F238E27FC236}">
                <a16:creationId xmlns:a16="http://schemas.microsoft.com/office/drawing/2014/main" id="{C52A85B4-8C60-4B36-B313-95F8F9FCFC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1963" y="4934157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54" name="Текст 34">
            <a:extLst>
              <a:ext uri="{FF2B5EF4-FFF2-40B4-BE49-F238E27FC236}">
                <a16:creationId xmlns:a16="http://schemas.microsoft.com/office/drawing/2014/main" id="{8B6927A2-0DBE-4BC7-B3D2-CCC8FA0A9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3081" y="4935411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r>
              <a:rPr lang="ru-RU" dirty="0"/>
              <a:t>.</a:t>
            </a:r>
          </a:p>
        </p:txBody>
      </p:sp>
      <p:sp>
        <p:nvSpPr>
          <p:cNvPr id="56" name="Текст 34">
            <a:extLst>
              <a:ext uri="{FF2B5EF4-FFF2-40B4-BE49-F238E27FC236}">
                <a16:creationId xmlns:a16="http://schemas.microsoft.com/office/drawing/2014/main" id="{0FD91000-031A-4E7B-A2B5-5D2A0480A7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167416" y="4938953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sp>
        <p:nvSpPr>
          <p:cNvPr id="58" name="Текст 34">
            <a:extLst>
              <a:ext uri="{FF2B5EF4-FFF2-40B4-BE49-F238E27FC236}">
                <a16:creationId xmlns:a16="http://schemas.microsoft.com/office/drawing/2014/main" id="{2C7C855C-8FA2-4274-9BF5-DA203B0E23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9374" y="7404114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sp>
        <p:nvSpPr>
          <p:cNvPr id="64" name="Заголовок 9">
            <a:extLst>
              <a:ext uri="{FF2B5EF4-FFF2-40B4-BE49-F238E27FC236}">
                <a16:creationId xmlns:a16="http://schemas.microsoft.com/office/drawing/2014/main" id="{ECCB9458-1706-40E4-9E02-0FE382566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F77E2DCA-E7BC-497F-938E-3592304275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0588" y="2457450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8350AAF6-993F-4C6B-8F06-7391B1525B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33294" y="2468968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32" name="Текст 5">
            <a:extLst>
              <a:ext uri="{FF2B5EF4-FFF2-40B4-BE49-F238E27FC236}">
                <a16:creationId xmlns:a16="http://schemas.microsoft.com/office/drawing/2014/main" id="{74F090D6-86FD-4867-8A5C-E92907BC22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144363" y="2458324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37" name="Текст 5">
            <a:extLst>
              <a:ext uri="{FF2B5EF4-FFF2-40B4-BE49-F238E27FC236}">
                <a16:creationId xmlns:a16="http://schemas.microsoft.com/office/drawing/2014/main" id="{DDFA75C2-E15C-467E-B971-336F75E2E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1986" y="5453721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43" name="Текст 5">
            <a:extLst>
              <a:ext uri="{FF2B5EF4-FFF2-40B4-BE49-F238E27FC236}">
                <a16:creationId xmlns:a16="http://schemas.microsoft.com/office/drawing/2014/main" id="{D1A069E7-859A-4CEC-BA63-460AEFE31D7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34692" y="5465239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44" name="Текст 5">
            <a:extLst>
              <a:ext uri="{FF2B5EF4-FFF2-40B4-BE49-F238E27FC236}">
                <a16:creationId xmlns:a16="http://schemas.microsoft.com/office/drawing/2014/main" id="{BE9225B9-A0B4-410F-8847-82BACF35911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145761" y="5454595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46" name="Текст 5">
            <a:extLst>
              <a:ext uri="{FF2B5EF4-FFF2-40B4-BE49-F238E27FC236}">
                <a16:creationId xmlns:a16="http://schemas.microsoft.com/office/drawing/2014/main" id="{AB89A480-0814-4BB1-B1C8-CF52F026AD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11754" y="7922690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</p:spTree>
    <p:extLst>
      <p:ext uri="{BB962C8B-B14F-4D97-AF65-F5344CB8AC3E}">
        <p14:creationId xmlns:p14="http://schemas.microsoft.com/office/powerpoint/2010/main" val="2547567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62CFFC-E972-48BC-A239-1302EA9222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1717296"/>
            <a:ext cx="8248650" cy="6831086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124D58D7-8109-481A-B577-481D89FDE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429627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3651B9A9-190D-4F76-975D-8FD3987A28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397365" y="714375"/>
            <a:ext cx="8068310" cy="4181475"/>
          </a:xfrm>
          <a:prstGeom prst="roundRect">
            <a:avLst>
              <a:gd name="adj" fmla="val 763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5" name="Рисунок 11">
            <a:extLst>
              <a:ext uri="{FF2B5EF4-FFF2-40B4-BE49-F238E27FC236}">
                <a16:creationId xmlns:a16="http://schemas.microsoft.com/office/drawing/2014/main" id="{0DBB9C00-E83C-403C-A874-7338C61C9C5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97365" y="5391151"/>
            <a:ext cx="8068310" cy="4181475"/>
          </a:xfrm>
          <a:prstGeom prst="roundRect">
            <a:avLst>
              <a:gd name="adj" fmla="val 7639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14C50B11-419F-460E-8E0B-E0287A7CAA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00" y="1898650"/>
            <a:ext cx="7540625" cy="6019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 сценарии поведения пользователей объединены в целые кластеры себе подобных.</a:t>
            </a:r>
          </a:p>
        </p:txBody>
      </p:sp>
    </p:spTree>
    <p:extLst>
      <p:ext uri="{BB962C8B-B14F-4D97-AF65-F5344CB8AC3E}">
        <p14:creationId xmlns:p14="http://schemas.microsoft.com/office/powerpoint/2010/main" val="26639462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62CFFC-E972-48BC-A239-1302EA9222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1717296"/>
            <a:ext cx="8248650" cy="6831086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124D58D7-8109-481A-B577-481D89FDE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429627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14">
            <a:extLst>
              <a:ext uri="{FF2B5EF4-FFF2-40B4-BE49-F238E27FC236}">
                <a16:creationId xmlns:a16="http://schemas.microsoft.com/office/drawing/2014/main" id="{71B40F52-9D5E-403D-A1ED-66DDF48D17F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21825" y="714375"/>
            <a:ext cx="8343900" cy="8343900"/>
          </a:xfrm>
          <a:prstGeom prst="roundRect">
            <a:avLst>
              <a:gd name="adj" fmla="val 5708"/>
            </a:avLst>
          </a:prstGeom>
          <a:effectLst>
            <a:softEdge rad="38100"/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4FB895DE-9832-4E83-8556-6A414A3910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00" y="1898650"/>
            <a:ext cx="7540625" cy="6019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 сценарии поведения пользователей объединены в целые кластеры себе подобных.</a:t>
            </a:r>
          </a:p>
        </p:txBody>
      </p:sp>
    </p:spTree>
    <p:extLst>
      <p:ext uri="{BB962C8B-B14F-4D97-AF65-F5344CB8AC3E}">
        <p14:creationId xmlns:p14="http://schemas.microsoft.com/office/powerpoint/2010/main" val="779179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52C29D-F68C-431C-91D7-072125123F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1706154"/>
            <a:ext cx="8248650" cy="318969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AF47ADA-863B-48F2-B87E-44915ADE56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5773" y="5348378"/>
            <a:ext cx="8248650" cy="3189695"/>
          </a:xfrm>
          <a:prstGeom prst="rect">
            <a:avLst/>
          </a:prstGeom>
        </p:spPr>
      </p:pic>
      <p:sp>
        <p:nvSpPr>
          <p:cNvPr id="11" name="Заголовок 9">
            <a:extLst>
              <a:ext uri="{FF2B5EF4-FFF2-40B4-BE49-F238E27FC236}">
                <a16:creationId xmlns:a16="http://schemas.microsoft.com/office/drawing/2014/main" id="{EC74D3FA-4017-4604-9AF5-A14CC892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81C4815-3C8E-4231-AE1B-E4E1409B68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2179" y="1706154"/>
            <a:ext cx="8248650" cy="318969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C51EAB8-91AC-4C9E-A9C2-0D0D03FBB3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3577" y="5348378"/>
            <a:ext cx="8248650" cy="3189695"/>
          </a:xfrm>
          <a:prstGeom prst="rect">
            <a:avLst/>
          </a:prstGeom>
        </p:spPr>
      </p:pic>
      <p:sp>
        <p:nvSpPr>
          <p:cNvPr id="12" name="Текст 2">
            <a:extLst>
              <a:ext uri="{FF2B5EF4-FFF2-40B4-BE49-F238E27FC236}">
                <a16:creationId xmlns:a16="http://schemas.microsoft.com/office/drawing/2014/main" id="{DF38F240-A6C8-4632-8D91-5B1B6F0F13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1898650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04CF72A9-1AD8-4986-AD24-F4221BD88B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2499" y="5570352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FC3A6068-3522-450A-8BC3-6074229AEB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61003" y="1902786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00251C3A-0C66-4C34-9ED2-141B3328DF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61002" y="5574488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</p:spTree>
    <p:extLst>
      <p:ext uri="{BB962C8B-B14F-4D97-AF65-F5344CB8AC3E}">
        <p14:creationId xmlns:p14="http://schemas.microsoft.com/office/powerpoint/2010/main" val="568308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FB078041-8FE2-41C6-914D-197B333FD9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5771" y="5351972"/>
            <a:ext cx="8251735" cy="3189695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002F61F8-079C-4E9B-81F0-C4FDEB9455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071" y="5571635"/>
            <a:ext cx="548896" cy="548896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773FC554-EC62-455C-9EF5-4D52C4724B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15894" y="5361759"/>
            <a:ext cx="8251735" cy="3189695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657B71E1-3BCF-4641-8205-8BD86F0698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92194" y="5581422"/>
            <a:ext cx="548896" cy="548896"/>
          </a:xfrm>
          <a:prstGeom prst="rect">
            <a:avLst/>
          </a:prstGeom>
        </p:spPr>
      </p:pic>
      <p:sp>
        <p:nvSpPr>
          <p:cNvPr id="45" name="Текст 12">
            <a:extLst>
              <a:ext uri="{FF2B5EF4-FFF2-40B4-BE49-F238E27FC236}">
                <a16:creationId xmlns:a16="http://schemas.microsoft.com/office/drawing/2014/main" id="{A1EC15C9-E11A-491E-93DA-AD24A4532D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5486" y="6249861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46" name="Текст 12">
            <a:extLst>
              <a:ext uri="{FF2B5EF4-FFF2-40B4-BE49-F238E27FC236}">
                <a16:creationId xmlns:a16="http://schemas.microsoft.com/office/drawing/2014/main" id="{D0E22D35-CD9C-4E5D-AC08-2B3B3B3499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63290" y="6249861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9F1BCC2-B988-4DA2-BC21-4443918CD7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3" y="1701359"/>
            <a:ext cx="8251735" cy="318969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C6EEF3A8-A096-4E36-BDBD-12FBC3D530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0673" y="1921022"/>
            <a:ext cx="548896" cy="548896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D3E881F2-24EC-4E02-8215-AD42437428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14496" y="1711146"/>
            <a:ext cx="8251735" cy="3189695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853EC41C-EB4B-42CF-91AF-B92AA76E56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90796" y="1930809"/>
            <a:ext cx="548896" cy="548896"/>
          </a:xfrm>
          <a:prstGeom prst="rect">
            <a:avLst/>
          </a:prstGeom>
        </p:spPr>
      </p:pic>
      <p:sp>
        <p:nvSpPr>
          <p:cNvPr id="11" name="Заголовок 9">
            <a:extLst>
              <a:ext uri="{FF2B5EF4-FFF2-40B4-BE49-F238E27FC236}">
                <a16:creationId xmlns:a16="http://schemas.microsoft.com/office/drawing/2014/main" id="{EC74D3FA-4017-4604-9AF5-A14CC892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2">
            <a:extLst>
              <a:ext uri="{FF2B5EF4-FFF2-40B4-BE49-F238E27FC236}">
                <a16:creationId xmlns:a16="http://schemas.microsoft.com/office/drawing/2014/main" id="{C222A87D-30D4-4BB1-957D-8D81D4C4F0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4088" y="2599248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20" name="Текст 12">
            <a:extLst>
              <a:ext uri="{FF2B5EF4-FFF2-40B4-BE49-F238E27FC236}">
                <a16:creationId xmlns:a16="http://schemas.microsoft.com/office/drawing/2014/main" id="{9748A6C7-00EA-4AAF-A924-75A3E138A9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561892" y="2599248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BB5DA19-2F5D-466D-B579-008774787B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0349" y="1960519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48" name="Текст 8">
            <a:extLst>
              <a:ext uri="{FF2B5EF4-FFF2-40B4-BE49-F238E27FC236}">
                <a16:creationId xmlns:a16="http://schemas.microsoft.com/office/drawing/2014/main" id="{99DADFC9-CAC9-4AFA-8400-5DD06CA990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55689" y="1967243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50" name="Текст 8">
            <a:extLst>
              <a:ext uri="{FF2B5EF4-FFF2-40B4-BE49-F238E27FC236}">
                <a16:creationId xmlns:a16="http://schemas.microsoft.com/office/drawing/2014/main" id="{F32AD177-3EF7-4DEF-ACC3-E29CCE2B46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0136" y="5611132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51" name="Текст 8">
            <a:extLst>
              <a:ext uri="{FF2B5EF4-FFF2-40B4-BE49-F238E27FC236}">
                <a16:creationId xmlns:a16="http://schemas.microsoft.com/office/drawing/2014/main" id="{FEDAA214-6779-4BB9-9F0C-9B7831D234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65476" y="5617856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42310621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7B2C6FB4-C6F6-4C44-ABBA-F23B1976F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01EB6D5-326F-49AB-83B6-FF70197F5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5" y="1706563"/>
            <a:ext cx="5295900" cy="6942137"/>
          </a:xfrm>
          <a:prstGeom prst="roundRect">
            <a:avLst>
              <a:gd name="adj" fmla="val 716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8CF85C3C-F169-4781-B136-ED157B6C33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95794" y="1707961"/>
            <a:ext cx="5295900" cy="6942137"/>
          </a:xfrm>
          <a:prstGeom prst="roundRect">
            <a:avLst>
              <a:gd name="adj" fmla="val 668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1D58777-D9A3-40D4-91DF-DA77DB2903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275815" y="1707961"/>
            <a:ext cx="5295900" cy="6942137"/>
          </a:xfrm>
          <a:prstGeom prst="roundRect">
            <a:avLst>
              <a:gd name="adj" fmla="val 6371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4717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641526D-F8BF-4B73-9599-77847599A5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62712" y="1710311"/>
            <a:ext cx="5362575" cy="310682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4B32CE-FD08-4440-9EF0-62BECAE289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35585" y="1710311"/>
            <a:ext cx="5362575" cy="31068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B1980E-AF6E-47C5-A511-BD83BDA41D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9840" y="1710311"/>
            <a:ext cx="5362575" cy="31068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DFFC465-6750-4768-B02F-9BE4D4C7D9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55721" y="5428036"/>
            <a:ext cx="5362575" cy="31068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EF4B90E-EB2E-4B84-9C2C-DD9B4D3A98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28594" y="5428036"/>
            <a:ext cx="5362575" cy="310682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634B7C5-E747-42E0-9294-EC2C83ADA5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2849" y="5428036"/>
            <a:ext cx="5362575" cy="3106825"/>
          </a:xfrm>
          <a:prstGeom prst="rect">
            <a:avLst/>
          </a:prstGeom>
        </p:spPr>
      </p:pic>
      <p:sp>
        <p:nvSpPr>
          <p:cNvPr id="9" name="Заголовок 9">
            <a:extLst>
              <a:ext uri="{FF2B5EF4-FFF2-40B4-BE49-F238E27FC236}">
                <a16:creationId xmlns:a16="http://schemas.microsoft.com/office/drawing/2014/main" id="{3A148E0B-30CC-4CF6-92F8-F1361BDA0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8">
            <a:extLst>
              <a:ext uri="{FF2B5EF4-FFF2-40B4-BE49-F238E27FC236}">
                <a16:creationId xmlns:a16="http://schemas.microsoft.com/office/drawing/2014/main" id="{865CE2F5-63FA-4D0B-9320-826A846678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3536" y="1911350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2" name="Текст 18">
            <a:extLst>
              <a:ext uri="{FF2B5EF4-FFF2-40B4-BE49-F238E27FC236}">
                <a16:creationId xmlns:a16="http://schemas.microsoft.com/office/drawing/2014/main" id="{E590927A-786E-488B-9963-8507B596CC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3323" y="5629075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5" name="Текст 18">
            <a:extLst>
              <a:ext uri="{FF2B5EF4-FFF2-40B4-BE49-F238E27FC236}">
                <a16:creationId xmlns:a16="http://schemas.microsoft.com/office/drawing/2014/main" id="{6FE452D5-4AF8-4A5F-8527-DA8D814DA6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4955" y="1912748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6" name="Текст 18">
            <a:extLst>
              <a:ext uri="{FF2B5EF4-FFF2-40B4-BE49-F238E27FC236}">
                <a16:creationId xmlns:a16="http://schemas.microsoft.com/office/drawing/2014/main" id="{98578273-4687-41F3-9591-4E6E1FA4282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44742" y="5630473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9" name="Текст 18">
            <a:extLst>
              <a:ext uri="{FF2B5EF4-FFF2-40B4-BE49-F238E27FC236}">
                <a16:creationId xmlns:a16="http://schemas.microsoft.com/office/drawing/2014/main" id="{C778C7EE-97A5-4744-BF56-6A3A7A25B84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533152" y="1922535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30" name="Текст 18">
            <a:extLst>
              <a:ext uri="{FF2B5EF4-FFF2-40B4-BE49-F238E27FC236}">
                <a16:creationId xmlns:a16="http://schemas.microsoft.com/office/drawing/2014/main" id="{1B3A2C8A-D7A9-4791-90F8-3C3B2D2F498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542939" y="5640260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812613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641526D-F8BF-4B73-9599-77847599A5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62712" y="1710311"/>
            <a:ext cx="5362575" cy="310682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4B32CE-FD08-4440-9EF0-62BECAE289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35585" y="1710311"/>
            <a:ext cx="5362575" cy="31068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B1980E-AF6E-47C5-A511-BD83BDA41D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9840" y="1710311"/>
            <a:ext cx="5362575" cy="31068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DFFC465-6750-4768-B02F-9BE4D4C7D9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55721" y="5428036"/>
            <a:ext cx="5362575" cy="31068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EF4B90E-EB2E-4B84-9C2C-DD9B4D3A98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28594" y="5428036"/>
            <a:ext cx="5362575" cy="310682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634B7C5-E747-42E0-9294-EC2C83ADA5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2849" y="5428036"/>
            <a:ext cx="5362575" cy="3106825"/>
          </a:xfrm>
          <a:prstGeom prst="rect">
            <a:avLst/>
          </a:prstGeom>
        </p:spPr>
      </p:pic>
      <p:sp>
        <p:nvSpPr>
          <p:cNvPr id="9" name="Заголовок 9">
            <a:extLst>
              <a:ext uri="{FF2B5EF4-FFF2-40B4-BE49-F238E27FC236}">
                <a16:creationId xmlns:a16="http://schemas.microsoft.com/office/drawing/2014/main" id="{3A148E0B-30CC-4CF6-92F8-F1361BDA0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83787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8">
            <a:extLst>
              <a:ext uri="{FF2B5EF4-FFF2-40B4-BE49-F238E27FC236}">
                <a16:creationId xmlns:a16="http://schemas.microsoft.com/office/drawing/2014/main" id="{865CE2F5-63FA-4D0B-9320-826A846678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3536" y="2512499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sp>
        <p:nvSpPr>
          <p:cNvPr id="22" name="Текст 18">
            <a:extLst>
              <a:ext uri="{FF2B5EF4-FFF2-40B4-BE49-F238E27FC236}">
                <a16:creationId xmlns:a16="http://schemas.microsoft.com/office/drawing/2014/main" id="{E590927A-786E-488B-9963-8507B596CC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3323" y="6230224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</a:t>
            </a:r>
            <a:r>
              <a:rPr lang="ru-RU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й</a:t>
            </a:r>
            <a:endParaRPr lang="en-US" sz="3200" dirty="0"/>
          </a:p>
        </p:txBody>
      </p:sp>
      <p:sp>
        <p:nvSpPr>
          <p:cNvPr id="25" name="Текст 18">
            <a:extLst>
              <a:ext uri="{FF2B5EF4-FFF2-40B4-BE49-F238E27FC236}">
                <a16:creationId xmlns:a16="http://schemas.microsoft.com/office/drawing/2014/main" id="{6FE452D5-4AF8-4A5F-8527-DA8D814DA6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4955" y="2513897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sp>
        <p:nvSpPr>
          <p:cNvPr id="26" name="Текст 18">
            <a:extLst>
              <a:ext uri="{FF2B5EF4-FFF2-40B4-BE49-F238E27FC236}">
                <a16:creationId xmlns:a16="http://schemas.microsoft.com/office/drawing/2014/main" id="{98578273-4687-41F3-9591-4E6E1FA4282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44742" y="6231622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</a:t>
            </a:r>
            <a:r>
              <a:rPr lang="ru-RU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й</a:t>
            </a:r>
            <a:endParaRPr lang="en-US" sz="3200" dirty="0"/>
          </a:p>
        </p:txBody>
      </p:sp>
      <p:sp>
        <p:nvSpPr>
          <p:cNvPr id="29" name="Текст 18">
            <a:extLst>
              <a:ext uri="{FF2B5EF4-FFF2-40B4-BE49-F238E27FC236}">
                <a16:creationId xmlns:a16="http://schemas.microsoft.com/office/drawing/2014/main" id="{C778C7EE-97A5-4744-BF56-6A3A7A25B84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533152" y="2523684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sp>
        <p:nvSpPr>
          <p:cNvPr id="30" name="Текст 18">
            <a:extLst>
              <a:ext uri="{FF2B5EF4-FFF2-40B4-BE49-F238E27FC236}">
                <a16:creationId xmlns:a16="http://schemas.microsoft.com/office/drawing/2014/main" id="{1B3A2C8A-D7A9-4791-90F8-3C3B2D2F498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542939" y="6241409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56C874A-BD4C-4438-9044-43C8657F37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0673" y="1851743"/>
            <a:ext cx="548896" cy="548896"/>
          </a:xfrm>
          <a:prstGeom prst="rect">
            <a:avLst/>
          </a:prstGeom>
        </p:spPr>
      </p:pic>
      <p:sp>
        <p:nvSpPr>
          <p:cNvPr id="16" name="Текст 8">
            <a:extLst>
              <a:ext uri="{FF2B5EF4-FFF2-40B4-BE49-F238E27FC236}">
                <a16:creationId xmlns:a16="http://schemas.microsoft.com/office/drawing/2014/main" id="{F8F6E311-0D27-49D0-8531-DC5964A1961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0349" y="1891240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64CB7EB-DE29-482C-8C88-A1E36AFF86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2092" y="1853141"/>
            <a:ext cx="548896" cy="548896"/>
          </a:xfrm>
          <a:prstGeom prst="rect">
            <a:avLst/>
          </a:prstGeom>
        </p:spPr>
      </p:pic>
      <p:sp>
        <p:nvSpPr>
          <p:cNvPr id="21" name="Текст 8">
            <a:extLst>
              <a:ext uri="{FF2B5EF4-FFF2-40B4-BE49-F238E27FC236}">
                <a16:creationId xmlns:a16="http://schemas.microsoft.com/office/drawing/2014/main" id="{C3D69292-EBBB-4C7B-A711-3A967450645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31768" y="1892638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FF45467-0638-4BED-A170-30160F0458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78678" y="1854539"/>
            <a:ext cx="548896" cy="548896"/>
          </a:xfrm>
          <a:prstGeom prst="rect">
            <a:avLst/>
          </a:prstGeom>
        </p:spPr>
      </p:pic>
      <p:sp>
        <p:nvSpPr>
          <p:cNvPr id="24" name="Текст 8">
            <a:extLst>
              <a:ext uri="{FF2B5EF4-FFF2-40B4-BE49-F238E27FC236}">
                <a16:creationId xmlns:a16="http://schemas.microsoft.com/office/drawing/2014/main" id="{1C2385B0-B0CC-4967-8DA5-A8C8201656D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538354" y="1894036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A4E317A-1F18-49A6-9ECB-FCF459306F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018" y="5585558"/>
            <a:ext cx="548896" cy="548896"/>
          </a:xfrm>
          <a:prstGeom prst="rect">
            <a:avLst/>
          </a:prstGeom>
        </p:spPr>
      </p:pic>
      <p:sp>
        <p:nvSpPr>
          <p:cNvPr id="28" name="Текст 8">
            <a:extLst>
              <a:ext uri="{FF2B5EF4-FFF2-40B4-BE49-F238E27FC236}">
                <a16:creationId xmlns:a16="http://schemas.microsoft.com/office/drawing/2014/main" id="{E70B18BD-F499-49BD-AC84-C0D77D5D75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12694" y="5625055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8ACF5B11-830E-4FA0-9316-DE4C7DD2A8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4437" y="5586956"/>
            <a:ext cx="548896" cy="548896"/>
          </a:xfrm>
          <a:prstGeom prst="rect">
            <a:avLst/>
          </a:prstGeom>
        </p:spPr>
      </p:pic>
      <p:sp>
        <p:nvSpPr>
          <p:cNvPr id="32" name="Текст 8">
            <a:extLst>
              <a:ext uri="{FF2B5EF4-FFF2-40B4-BE49-F238E27FC236}">
                <a16:creationId xmlns:a16="http://schemas.microsoft.com/office/drawing/2014/main" id="{AD78E378-9C4F-4A92-9083-918D7C4321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94113" y="5626453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2F4480A8-EC02-4F32-82B8-003353A425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41023" y="5588354"/>
            <a:ext cx="548896" cy="548896"/>
          </a:xfrm>
          <a:prstGeom prst="rect">
            <a:avLst/>
          </a:prstGeom>
        </p:spPr>
      </p:pic>
      <p:sp>
        <p:nvSpPr>
          <p:cNvPr id="34" name="Текст 8">
            <a:extLst>
              <a:ext uri="{FF2B5EF4-FFF2-40B4-BE49-F238E27FC236}">
                <a16:creationId xmlns:a16="http://schemas.microsoft.com/office/drawing/2014/main" id="{EBF5B629-E477-4226-9E21-5067B7A8585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600699" y="5627851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1265490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BF2D6C-21C8-4779-9D23-0CCC7DA72B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1710436"/>
            <a:ext cx="16859250" cy="6821168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F3CD9750-E38B-40F9-BCCF-E277A925B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1357040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F5F8ACE-3E1C-4E39-B472-143D79ED0B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4977" y="1684282"/>
            <a:ext cx="8248650" cy="6851744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97D4C63-E01B-4945-B60C-D2946014BA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1684282"/>
            <a:ext cx="8248650" cy="6851744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495573C3-4AA9-45B3-983F-DCFC27C4DA0F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133660916"/>
              </p:ext>
            </p:extLst>
          </p:nvPr>
        </p:nvGraphicFramePr>
        <p:xfrm>
          <a:off x="9656617" y="1982459"/>
          <a:ext cx="7582767" cy="50391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635939A2-24AA-4602-8842-9F39E411C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E4E25D1F-DF6C-4600-85F0-89C866A472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00" y="1898649"/>
            <a:ext cx="7540625" cy="64400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</p:spTree>
    <p:extLst>
      <p:ext uri="{BB962C8B-B14F-4D97-AF65-F5344CB8AC3E}">
        <p14:creationId xmlns:p14="http://schemas.microsoft.com/office/powerpoint/2010/main" val="38313601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0007F1-7E97-4CCE-9A29-BFD83D6055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1711354"/>
            <a:ext cx="16859250" cy="6820250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9CC94E47-8036-4118-B62C-DE618486704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966961868"/>
              </p:ext>
            </p:extLst>
          </p:nvPr>
        </p:nvGraphicFramePr>
        <p:xfrm>
          <a:off x="1286957" y="2595484"/>
          <a:ext cx="7496825" cy="5076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2AFC3533-23C9-4CED-A445-6E85CA868050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563595689"/>
              </p:ext>
            </p:extLst>
          </p:nvPr>
        </p:nvGraphicFramePr>
        <p:xfrm>
          <a:off x="9504220" y="2595483"/>
          <a:ext cx="7496825" cy="5076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AACD8758-D2E7-4AD3-B184-673B73C71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250727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0F82ED-6DDA-4DF9-83FA-1F1DB1E024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1711354"/>
            <a:ext cx="16859250" cy="6820250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4" name="Таблица 10">
            <a:extLst>
              <a:ext uri="{FF2B5EF4-FFF2-40B4-BE49-F238E27FC236}">
                <a16:creationId xmlns:a16="http://schemas.microsoft.com/office/drawing/2014/main" id="{4E562170-3E91-4D96-BE30-C110237F5AF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89029810"/>
              </p:ext>
            </p:extLst>
          </p:nvPr>
        </p:nvGraphicFramePr>
        <p:xfrm>
          <a:off x="1074261" y="2071299"/>
          <a:ext cx="16157020" cy="6057635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615702">
                  <a:extLst>
                    <a:ext uri="{9D8B030D-6E8A-4147-A177-3AD203B41FA5}">
                      <a16:colId xmlns:a16="http://schemas.microsoft.com/office/drawing/2014/main" val="3110552859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230449320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863217932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712258154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097600003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4026847932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885818285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567442515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3680074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969290082"/>
                    </a:ext>
                  </a:extLst>
                </a:gridCol>
              </a:tblGrid>
              <a:tr h="751124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+mj-lt"/>
                        </a:rPr>
                        <a:t>Таблица</a:t>
                      </a:r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04135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4468371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9079977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8654218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2837535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167209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5114594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814005"/>
                  </a:ext>
                </a:extLst>
              </a:tr>
            </a:tbl>
          </a:graphicData>
        </a:graphic>
      </p:graphicFrame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DEAF7BF6-5466-49A4-A22E-9658A429B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9474278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2">
            <a:extLst>
              <a:ext uri="{FF2B5EF4-FFF2-40B4-BE49-F238E27FC236}">
                <a16:creationId xmlns:a16="http://schemas.microsoft.com/office/drawing/2014/main" id="{F1F5113F-0417-493E-A617-2CCE169D32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384996" y="1333500"/>
            <a:ext cx="8422049" cy="7429500"/>
          </a:xfrm>
          <a:prstGeom prst="rect">
            <a:avLst/>
          </a:prstGeom>
        </p:spPr>
      </p:pic>
      <p:sp>
        <p:nvSpPr>
          <p:cNvPr id="7" name="Текст 4">
            <a:extLst>
              <a:ext uri="{FF2B5EF4-FFF2-40B4-BE49-F238E27FC236}">
                <a16:creationId xmlns:a16="http://schemas.microsoft.com/office/drawing/2014/main" id="{5058C5E0-31C9-416B-84BC-54D3368D1D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4375" y="1428750"/>
            <a:ext cx="7953375" cy="704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Шаблон для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5546635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8E8A81A-61CA-4CF7-A415-6B979B86D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375" y="1142999"/>
            <a:ext cx="12810036" cy="1591492"/>
          </a:xfrm>
          <a:prstGeom prst="rect">
            <a:avLst/>
          </a:prstGeom>
        </p:spPr>
        <p:txBody>
          <a:bodyPr/>
          <a:lstStyle>
            <a:lvl1pPr algn="l">
              <a:defRPr sz="96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Слайд - разделитель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FBCC4F03-8004-4143-B155-5A12936C61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6791" y="1938745"/>
            <a:ext cx="12486409" cy="98659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6800">
                <a:solidFill>
                  <a:schemeClr val="bg1"/>
                </a:solidFill>
                <a:latin typeface="Nunito ExtraBold" pitchFamily="2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010313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64C277B2-BDC6-4C6C-859A-6483CF1F1C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2390775"/>
            <a:ext cx="14287500" cy="3810000"/>
          </a:xfrm>
          <a:prstGeom prst="rect">
            <a:avLst/>
          </a:prstGeom>
        </p:spPr>
      </p:pic>
      <p:sp>
        <p:nvSpPr>
          <p:cNvPr id="23" name="Заголовок 9">
            <a:extLst>
              <a:ext uri="{FF2B5EF4-FFF2-40B4-BE49-F238E27FC236}">
                <a16:creationId xmlns:a16="http://schemas.microsoft.com/office/drawing/2014/main" id="{2A251B0B-F3A3-4267-A4B5-F3EBD6B3BA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373" y="344274"/>
            <a:ext cx="16859254" cy="1707809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698D00E-4355-40A6-8C19-77FF4348B8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7750" y="2647950"/>
            <a:ext cx="13600113" cy="3341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>
                <a:solidFill>
                  <a:srgbClr val="286FE5"/>
                </a:solidFill>
                <a:latin typeface="Nunito Sans Bold" pitchFamily="2" charset="-52"/>
              </a:defRPr>
            </a:lvl1pPr>
          </a:lstStyle>
          <a:p>
            <a:pPr lvl="0"/>
            <a:r>
              <a:rPr lang="ru-RU" dirty="0"/>
              <a:t>Было принято около</a:t>
            </a:r>
          </a:p>
          <a:p>
            <a:pPr lvl="0"/>
            <a:r>
              <a:rPr lang="ru-RU" dirty="0"/>
              <a:t>600 абитуриентов</a:t>
            </a:r>
          </a:p>
        </p:txBody>
      </p:sp>
    </p:spTree>
    <p:extLst>
      <p:ext uri="{BB962C8B-B14F-4D97-AF65-F5344CB8AC3E}">
        <p14:creationId xmlns:p14="http://schemas.microsoft.com/office/powerpoint/2010/main" val="7625697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1A45BF42-8547-4F80-8725-507CCAF5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4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Extra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611012-1265-4F4C-911C-E330CF43E8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4977" y="1706601"/>
            <a:ext cx="8248650" cy="6829425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Текст 23">
            <a:extLst>
              <a:ext uri="{FF2B5EF4-FFF2-40B4-BE49-F238E27FC236}">
                <a16:creationId xmlns:a16="http://schemas.microsoft.com/office/drawing/2014/main" id="{5A4FEC76-4699-487E-8239-C15808EDD9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58352" y="2117725"/>
            <a:ext cx="7505700" cy="6051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ans SemiBold" pitchFamily="2" charset="-52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 Господа, постоянное обеспечение.</a:t>
            </a:r>
            <a:endParaRPr lang="en-US" sz="3600" dirty="0">
              <a:latin typeface="Nunito Sans SemiBold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6B6F745-18EF-4B92-9232-0D2CE28750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4" y="1706601"/>
            <a:ext cx="8248650" cy="6829425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Текст 23">
            <a:extLst>
              <a:ext uri="{FF2B5EF4-FFF2-40B4-BE49-F238E27FC236}">
                <a16:creationId xmlns:a16="http://schemas.microsoft.com/office/drawing/2014/main" id="{9FF6986F-2810-4102-9F83-07D67CA396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7749" y="2117725"/>
            <a:ext cx="7505700" cy="6051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ans SemiBold" pitchFamily="2" charset="-52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 Господа, постоянное обеспечение.</a:t>
            </a:r>
            <a:endParaRPr lang="en-US" sz="3600" dirty="0">
              <a:latin typeface="Nunito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2904429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DC0CB4DC-E927-468E-94BD-1242278FD8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21825" y="714375"/>
            <a:ext cx="8343900" cy="8343900"/>
          </a:xfrm>
          <a:prstGeom prst="roundRect">
            <a:avLst>
              <a:gd name="adj" fmla="val 5708"/>
            </a:avLst>
          </a:prstGeom>
          <a:effectLst>
            <a:softEdge rad="38100"/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E89DB18-E1B1-4EF4-BA87-F4FBF1C327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3B631C73-7DA6-4C42-956E-A679912B9647}"/>
              </a:ext>
            </a:extLst>
          </p:cNvPr>
          <p:cNvSpPr/>
          <p:nvPr userDrawn="1"/>
        </p:nvSpPr>
        <p:spPr>
          <a:xfrm>
            <a:off x="1047750" y="2295525"/>
            <a:ext cx="7223414" cy="550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endParaRPr lang="en-US" sz="3600" dirty="0"/>
          </a:p>
        </p:txBody>
      </p:sp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FA315BEE-BC5D-4E40-A3E3-073B22F1A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248652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Extra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BE80D66E-38F6-4AE8-A579-8AE98ED81E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50" y="2295525"/>
            <a:ext cx="7651750" cy="5503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тщательные. Как принято считать, базовые сценарии поведения пользователей объединены, базовые сценарии поведения </a:t>
            </a:r>
          </a:p>
        </p:txBody>
      </p:sp>
    </p:spTree>
    <p:extLst>
      <p:ext uri="{BB962C8B-B14F-4D97-AF65-F5344CB8AC3E}">
        <p14:creationId xmlns:p14="http://schemas.microsoft.com/office/powerpoint/2010/main" val="27318027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9">
            <a:extLst>
              <a:ext uri="{FF2B5EF4-FFF2-40B4-BE49-F238E27FC236}">
                <a16:creationId xmlns:a16="http://schemas.microsoft.com/office/drawing/2014/main" id="{6FC7FFA0-9BD1-2802-5684-0D250E76C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781CCB-D23C-802D-DEA2-EA298C9C18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2052638"/>
            <a:ext cx="10287454" cy="6133419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Рисунок 9">
            <a:extLst>
              <a:ext uri="{FF2B5EF4-FFF2-40B4-BE49-F238E27FC236}">
                <a16:creationId xmlns:a16="http://schemas.microsoft.com/office/drawing/2014/main" id="{E9A991A7-15A0-4347-90FC-BFF7E705F1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25263" y="714375"/>
            <a:ext cx="5953125" cy="8858250"/>
          </a:xfrm>
          <a:prstGeom prst="roundRect">
            <a:avLst>
              <a:gd name="adj" fmla="val 793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219BDA1B-8B0C-4353-B655-A6E6F546E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50" y="2295525"/>
            <a:ext cx="9690158" cy="5503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</a:t>
            </a:r>
            <a:r>
              <a:rPr lang="ru-RU" dirty="0" err="1"/>
              <a:t>тщательные.Как</a:t>
            </a:r>
            <a:r>
              <a:rPr lang="ru-RU" dirty="0"/>
              <a:t> принято считать, базовые сценарии поведения пользователей объединены. Как принято считать, базовые сценарии поведения пользователей объединены в целые кластеры себе подобных. А также тщательные.</a:t>
            </a:r>
          </a:p>
        </p:txBody>
      </p:sp>
    </p:spTree>
    <p:extLst>
      <p:ext uri="{BB962C8B-B14F-4D97-AF65-F5344CB8AC3E}">
        <p14:creationId xmlns:p14="http://schemas.microsoft.com/office/powerpoint/2010/main" val="40180675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9">
            <a:extLst>
              <a:ext uri="{FF2B5EF4-FFF2-40B4-BE49-F238E27FC236}">
                <a16:creationId xmlns:a16="http://schemas.microsoft.com/office/drawing/2014/main" id="{EC12DDEC-4F27-B7C4-EA8A-DCC667981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6">
            <a:extLst>
              <a:ext uri="{FF2B5EF4-FFF2-40B4-BE49-F238E27FC236}">
                <a16:creationId xmlns:a16="http://schemas.microsoft.com/office/drawing/2014/main" id="{557EC503-DDC0-69D2-065D-06994CDABC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5" y="1658938"/>
            <a:ext cx="8081963" cy="6948487"/>
          </a:xfrm>
          <a:prstGeom prst="roundRect">
            <a:avLst>
              <a:gd name="adj" fmla="val 640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Рисунок 6">
            <a:extLst>
              <a:ext uri="{FF2B5EF4-FFF2-40B4-BE49-F238E27FC236}">
                <a16:creationId xmlns:a16="http://schemas.microsoft.com/office/drawing/2014/main" id="{43090C0F-09D3-8DC7-7AF1-8FAEBAE2D7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91662" y="1658483"/>
            <a:ext cx="8081963" cy="6948487"/>
          </a:xfrm>
          <a:prstGeom prst="roundRect">
            <a:avLst>
              <a:gd name="adj" fmla="val 5922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07092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9">
            <a:extLst>
              <a:ext uri="{FF2B5EF4-FFF2-40B4-BE49-F238E27FC236}">
                <a16:creationId xmlns:a16="http://schemas.microsoft.com/office/drawing/2014/main" id="{C40BB6BC-2B41-861F-189D-279EA3E7D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Рисунок 5">
            <a:extLst>
              <a:ext uri="{FF2B5EF4-FFF2-40B4-BE49-F238E27FC236}">
                <a16:creationId xmlns:a16="http://schemas.microsoft.com/office/drawing/2014/main" id="{F545BFBD-E4F5-4C4D-B423-E9FDA6188D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3" y="1571625"/>
            <a:ext cx="16859252" cy="7143750"/>
          </a:xfrm>
          <a:prstGeom prst="roundRect">
            <a:avLst>
              <a:gd name="adj" fmla="val 6685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5290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9">
            <a:extLst>
              <a:ext uri="{FF2B5EF4-FFF2-40B4-BE49-F238E27FC236}">
                <a16:creationId xmlns:a16="http://schemas.microsoft.com/office/drawing/2014/main" id="{1A8B13EF-E25F-377E-B0E3-72DFAC348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9">
            <a:extLst>
              <a:ext uri="{FF2B5EF4-FFF2-40B4-BE49-F238E27FC236}">
                <a16:creationId xmlns:a16="http://schemas.microsoft.com/office/drawing/2014/main" id="{477ACEF1-E219-F732-3BB5-07CA6FE497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159" y="1480911"/>
            <a:ext cx="8074456" cy="3421291"/>
          </a:xfrm>
          <a:prstGeom prst="roundRect">
            <a:avLst>
              <a:gd name="adj" fmla="val 759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Рисунок 9">
            <a:extLst>
              <a:ext uri="{FF2B5EF4-FFF2-40B4-BE49-F238E27FC236}">
                <a16:creationId xmlns:a16="http://schemas.microsoft.com/office/drawing/2014/main" id="{11D2835E-FE49-E2CE-24DE-8146109A37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4373" y="5203375"/>
            <a:ext cx="8074456" cy="3421291"/>
          </a:xfrm>
          <a:prstGeom prst="roundRect">
            <a:avLst>
              <a:gd name="adj" fmla="val 8330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6" name="Рисунок 9">
            <a:extLst>
              <a:ext uri="{FF2B5EF4-FFF2-40B4-BE49-F238E27FC236}">
                <a16:creationId xmlns:a16="http://schemas.microsoft.com/office/drawing/2014/main" id="{CB82BC76-FA42-6DD7-A982-5999C081679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98743" y="1480911"/>
            <a:ext cx="8074456" cy="3421291"/>
          </a:xfrm>
          <a:prstGeom prst="roundRect">
            <a:avLst>
              <a:gd name="adj" fmla="val 808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Рисунок 9">
            <a:extLst>
              <a:ext uri="{FF2B5EF4-FFF2-40B4-BE49-F238E27FC236}">
                <a16:creationId xmlns:a16="http://schemas.microsoft.com/office/drawing/2014/main" id="{E4B9651C-A8BD-523E-A21D-BB58F4EB1C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498743" y="5203374"/>
            <a:ext cx="8074456" cy="3421291"/>
          </a:xfrm>
          <a:prstGeom prst="roundRect">
            <a:avLst>
              <a:gd name="adj" fmla="val 784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6207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B94EB6-77C2-177B-7D7B-EAEAA84A3D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E971C5F-6772-8C16-FCBA-23C3412064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49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Заголовок 9">
            <a:extLst>
              <a:ext uri="{FF2B5EF4-FFF2-40B4-BE49-F238E27FC236}">
                <a16:creationId xmlns:a16="http://schemas.microsoft.com/office/drawing/2014/main" id="{E07B7992-7CDC-89B4-37DA-3C4A3F71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3">
            <a:extLst>
              <a:ext uri="{FF2B5EF4-FFF2-40B4-BE49-F238E27FC236}">
                <a16:creationId xmlns:a16="http://schemas.microsoft.com/office/drawing/2014/main" id="{63212F80-92B0-46DD-AC38-E1AB547A16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49" y="2385327"/>
            <a:ext cx="7505700" cy="5163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</a:t>
            </a:r>
            <a:endParaRPr lang="en-US" sz="3600" dirty="0">
              <a:latin typeface="Nunito Sans SemiBold"/>
            </a:endParaRPr>
          </a:p>
        </p:txBody>
      </p:sp>
      <p:sp>
        <p:nvSpPr>
          <p:cNvPr id="13" name="Текст 23">
            <a:extLst>
              <a:ext uri="{FF2B5EF4-FFF2-40B4-BE49-F238E27FC236}">
                <a16:creationId xmlns:a16="http://schemas.microsoft.com/office/drawing/2014/main" id="{7698702A-8E97-4917-BF6E-D20FF56ED7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39483" y="2385326"/>
            <a:ext cx="7505700" cy="5163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</a:t>
            </a:r>
            <a:endParaRPr lang="en-US" sz="3600" dirty="0">
              <a:latin typeface="Nunito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5034257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5E3A87-9302-256F-D988-384ABF69CD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1785937"/>
            <a:ext cx="16859250" cy="6715125"/>
          </a:xfrm>
          <a:prstGeom prst="rect">
            <a:avLst/>
          </a:prstGeom>
        </p:spPr>
      </p:pic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9B4E5FC5-6E58-CDE2-EB2C-9474BB12E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23">
            <a:extLst>
              <a:ext uri="{FF2B5EF4-FFF2-40B4-BE49-F238E27FC236}">
                <a16:creationId xmlns:a16="http://schemas.microsoft.com/office/drawing/2014/main" id="{BAF53B57-539B-443D-9F22-B3C8E6C05E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49" y="2125269"/>
            <a:ext cx="16116126" cy="60204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С другой стороны, высокотехнологичная концепция общественного уклада обеспечивает актуальность </a:t>
            </a:r>
            <a:r>
              <a:rPr lang="ru-RU" sz="3600" dirty="0" err="1">
                <a:latin typeface="Nunito Sans SemiBold"/>
              </a:rPr>
              <a:t>приоретизации</a:t>
            </a:r>
            <a:r>
              <a:rPr lang="ru-RU" sz="3600" dirty="0">
                <a:latin typeface="Nunito Sans SemiBold"/>
              </a:rPr>
              <a:t> разума над эмоциями. Картельные сговоры не допускают ситуации, при которой реплицированные с зарубежных источников, современные исследования формируют глобальную экономическую сеть и при этом — ограничены исключительно образом мышления. Значимость этих проблем настолько очевидна, что выбранный нами инновационный путь говорит о возможностях системы массового участия. С другой стороны, высокотехнологичная концепция общественного уклада обеспечивает актуальность </a:t>
            </a:r>
            <a:r>
              <a:rPr lang="ru-RU" sz="3600" dirty="0" err="1">
                <a:latin typeface="Nunito Sans SemiBold"/>
              </a:rPr>
              <a:t>приоретизации</a:t>
            </a:r>
            <a:r>
              <a:rPr lang="ru-RU" sz="3600" dirty="0">
                <a:latin typeface="Nunito Sans SemiBold"/>
              </a:rPr>
              <a:t> разума над эмоциями. </a:t>
            </a:r>
          </a:p>
        </p:txBody>
      </p:sp>
    </p:spTree>
    <p:extLst>
      <p:ext uri="{BB962C8B-B14F-4D97-AF65-F5344CB8AC3E}">
        <p14:creationId xmlns:p14="http://schemas.microsoft.com/office/powerpoint/2010/main" val="8223774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69F1B95-101B-C0CF-26AC-0EB4AEDFDC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48800" y="1919286"/>
            <a:ext cx="8124825" cy="644842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F6B62BA-D638-4705-35A3-5C1A5000C2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1919287"/>
            <a:ext cx="8124825" cy="6448425"/>
          </a:xfrm>
          <a:prstGeom prst="rect">
            <a:avLst/>
          </a:prstGeom>
        </p:spPr>
      </p:pic>
      <p:sp>
        <p:nvSpPr>
          <p:cNvPr id="11" name="Заголовок 9">
            <a:extLst>
              <a:ext uri="{FF2B5EF4-FFF2-40B4-BE49-F238E27FC236}">
                <a16:creationId xmlns:a16="http://schemas.microsoft.com/office/drawing/2014/main" id="{0C2E3F58-8934-ED42-DACC-B5DC2D1E2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C3881149-E7F8-43DE-84B9-99672D863C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52525" y="2326028"/>
            <a:ext cx="7267576" cy="7301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9">
            <a:extLst>
              <a:ext uri="{FF2B5EF4-FFF2-40B4-BE49-F238E27FC236}">
                <a16:creationId xmlns:a16="http://schemas.microsoft.com/office/drawing/2014/main" id="{1EEEEB4B-C721-454D-AAA7-E70BC9E85A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52525" y="4010025"/>
            <a:ext cx="7267575" cy="3867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 считать, базовые сценарии поведения</a:t>
            </a:r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84E4D35C-BA0F-4467-A365-1E28B645F4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877424" y="2326027"/>
            <a:ext cx="7267576" cy="7301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1FC5CA01-8FD3-4F92-A849-7F0322488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77424" y="4010024"/>
            <a:ext cx="7267575" cy="3867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 считать, базовые сценарии поведения</a:t>
            </a:r>
          </a:p>
        </p:txBody>
      </p:sp>
    </p:spTree>
    <p:extLst>
      <p:ext uri="{BB962C8B-B14F-4D97-AF65-F5344CB8AC3E}">
        <p14:creationId xmlns:p14="http://schemas.microsoft.com/office/powerpoint/2010/main" val="35028760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FA3BB8B-08FA-DE47-0B31-7DC3FD3ADE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668375" y="1919285"/>
            <a:ext cx="3905250" cy="644842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A9C922C-C613-DDFE-718A-B59D0B9E4B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46408" y="1919286"/>
            <a:ext cx="3905250" cy="644842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38CB98F-27D4-9CEA-3602-D4C197E25F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36342" y="1919286"/>
            <a:ext cx="3905250" cy="644842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8F9EDD2-2887-E675-2E4D-EB5D58167C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1919287"/>
            <a:ext cx="3905250" cy="6448425"/>
          </a:xfrm>
          <a:prstGeom prst="rect">
            <a:avLst/>
          </a:prstGeom>
        </p:spPr>
      </p:pic>
      <p:sp>
        <p:nvSpPr>
          <p:cNvPr id="15" name="Заголовок 9">
            <a:extLst>
              <a:ext uri="{FF2B5EF4-FFF2-40B4-BE49-F238E27FC236}">
                <a16:creationId xmlns:a16="http://schemas.microsoft.com/office/drawing/2014/main" id="{3F3F3877-B5EF-29DE-FC88-B2CD3DD1E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411EF16D-BCF1-41A8-B454-FBAE215875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52525" y="2212182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9">
            <a:extLst>
              <a:ext uri="{FF2B5EF4-FFF2-40B4-BE49-F238E27FC236}">
                <a16:creationId xmlns:a16="http://schemas.microsoft.com/office/drawing/2014/main" id="{E4FF2471-B709-4F8E-BEB3-DD95DFAF3C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2525" y="3417888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113E40B1-7724-461B-9381-D0336A435B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15535" y="2213580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5FEC63FE-D5D9-4812-959C-30B8BEF1F1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15535" y="3419286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24" name="Текст 3">
            <a:extLst>
              <a:ext uri="{FF2B5EF4-FFF2-40B4-BE49-F238E27FC236}">
                <a16:creationId xmlns:a16="http://schemas.microsoft.com/office/drawing/2014/main" id="{C1A067F3-1374-41FA-963E-90DB130190C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750783" y="2210784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D587C188-7208-4C3D-B7AB-DFCED17A98D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50783" y="3416490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26" name="Текст 3">
            <a:extLst>
              <a:ext uri="{FF2B5EF4-FFF2-40B4-BE49-F238E27FC236}">
                <a16:creationId xmlns:a16="http://schemas.microsoft.com/office/drawing/2014/main" id="{64562EF9-604D-4A27-B172-04A055121D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013793" y="2212182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Текст 9">
            <a:extLst>
              <a:ext uri="{FF2B5EF4-FFF2-40B4-BE49-F238E27FC236}">
                <a16:creationId xmlns:a16="http://schemas.microsoft.com/office/drawing/2014/main" id="{7C3F6CA2-3053-49B9-9C96-5C45493AC1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013793" y="3417888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</p:spTree>
    <p:extLst>
      <p:ext uri="{BB962C8B-B14F-4D97-AF65-F5344CB8AC3E}">
        <p14:creationId xmlns:p14="http://schemas.microsoft.com/office/powerpoint/2010/main" val="9248705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0F7DCF16-1A91-461C-8611-5B4D655F59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87225" y="5179858"/>
            <a:ext cx="4648200" cy="3667125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6B2F25F9-6B9B-48B9-9913-F22A93389B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5805" y="3228319"/>
            <a:ext cx="14629620" cy="241935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FA865C7-30A9-4966-9389-43E5EFD042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5805" y="4617912"/>
            <a:ext cx="14249400" cy="241935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F3065798-F67A-4190-96FF-8665136828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53004" y="1665678"/>
            <a:ext cx="14629620" cy="241935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154A8BBC-0245-43D4-8846-008F604237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82128" y="4760209"/>
            <a:ext cx="3600450" cy="1781175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170A7DDA-2DFE-40F5-8ED0-DAA5706B77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4051" y="4761326"/>
            <a:ext cx="3600450" cy="1781175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FCA18619-7031-4ED3-A695-659F92D4FC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600" y="4763561"/>
            <a:ext cx="3600450" cy="178117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425F72B-5F42-40F4-8626-3B81AA8B4B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2341" y="1770142"/>
            <a:ext cx="3600450" cy="1781175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6FDDE7F1-1EC5-43A1-A271-356E56AE50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4264" y="1771259"/>
            <a:ext cx="3600450" cy="1781175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B7001407-6A94-46BD-B694-55C9E57D60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813" y="1773494"/>
            <a:ext cx="3600450" cy="178117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75CDA3-3AA3-48C9-A9C1-2B57127A04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7164" y="7224711"/>
            <a:ext cx="3600450" cy="1781175"/>
          </a:xfrm>
          <a:prstGeom prst="rect">
            <a:avLst/>
          </a:prstGeom>
        </p:spPr>
      </p:pic>
      <p:sp>
        <p:nvSpPr>
          <p:cNvPr id="30" name="Заголовок 9">
            <a:extLst>
              <a:ext uri="{FF2B5EF4-FFF2-40B4-BE49-F238E27FC236}">
                <a16:creationId xmlns:a16="http://schemas.microsoft.com/office/drawing/2014/main" id="{E24AAD49-301F-4E9E-895C-3A2317845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59C4C3C6-3947-404C-80FC-1DBA22C696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2176" y="1946275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39" name="Текст 34">
            <a:extLst>
              <a:ext uri="{FF2B5EF4-FFF2-40B4-BE49-F238E27FC236}">
                <a16:creationId xmlns:a16="http://schemas.microsoft.com/office/drawing/2014/main" id="{D9581FA9-DDAE-47F6-B6CB-0C27C96E3F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3294" y="1947529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en-US" dirty="0"/>
              <a:t>2</a:t>
            </a:r>
            <a:r>
              <a:rPr lang="ru-RU" dirty="0"/>
              <a:t>.</a:t>
            </a:r>
          </a:p>
        </p:txBody>
      </p:sp>
      <p:sp>
        <p:nvSpPr>
          <p:cNvPr id="41" name="Текст 34">
            <a:extLst>
              <a:ext uri="{FF2B5EF4-FFF2-40B4-BE49-F238E27FC236}">
                <a16:creationId xmlns:a16="http://schemas.microsoft.com/office/drawing/2014/main" id="{83A1C5E5-C4E6-482E-89B1-70F85AF42B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57629" y="1951071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sp>
        <p:nvSpPr>
          <p:cNvPr id="52" name="Текст 34">
            <a:extLst>
              <a:ext uri="{FF2B5EF4-FFF2-40B4-BE49-F238E27FC236}">
                <a16:creationId xmlns:a16="http://schemas.microsoft.com/office/drawing/2014/main" id="{C52A85B4-8C60-4B36-B313-95F8F9FCFC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1963" y="4934157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54" name="Текст 34">
            <a:extLst>
              <a:ext uri="{FF2B5EF4-FFF2-40B4-BE49-F238E27FC236}">
                <a16:creationId xmlns:a16="http://schemas.microsoft.com/office/drawing/2014/main" id="{8B6927A2-0DBE-4BC7-B3D2-CCC8FA0A9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3081" y="4935411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en-US" dirty="0"/>
              <a:t>2</a:t>
            </a:r>
            <a:r>
              <a:rPr lang="ru-RU" dirty="0"/>
              <a:t>.</a:t>
            </a:r>
          </a:p>
        </p:txBody>
      </p:sp>
      <p:sp>
        <p:nvSpPr>
          <p:cNvPr id="56" name="Текст 34">
            <a:extLst>
              <a:ext uri="{FF2B5EF4-FFF2-40B4-BE49-F238E27FC236}">
                <a16:creationId xmlns:a16="http://schemas.microsoft.com/office/drawing/2014/main" id="{0FD91000-031A-4E7B-A2B5-5D2A0480A7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167416" y="4938953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sp>
        <p:nvSpPr>
          <p:cNvPr id="58" name="Текст 34">
            <a:extLst>
              <a:ext uri="{FF2B5EF4-FFF2-40B4-BE49-F238E27FC236}">
                <a16:creationId xmlns:a16="http://schemas.microsoft.com/office/drawing/2014/main" id="{2C7C855C-8FA2-4274-9BF5-DA203B0E23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9374" y="7404114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sp>
        <p:nvSpPr>
          <p:cNvPr id="28" name="Текст 5">
            <a:extLst>
              <a:ext uri="{FF2B5EF4-FFF2-40B4-BE49-F238E27FC236}">
                <a16:creationId xmlns:a16="http://schemas.microsoft.com/office/drawing/2014/main" id="{A6A1F3AA-EC64-4496-B06B-D3B0B71FF0D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0588" y="2457450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29" name="Текст 5">
            <a:extLst>
              <a:ext uri="{FF2B5EF4-FFF2-40B4-BE49-F238E27FC236}">
                <a16:creationId xmlns:a16="http://schemas.microsoft.com/office/drawing/2014/main" id="{EC2DB3F5-DF97-4BE1-A675-661B92333C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33294" y="2468968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52C569DF-4FDE-4133-AEE2-08F6B1C5AC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144363" y="2458324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36" name="Текст 5">
            <a:extLst>
              <a:ext uri="{FF2B5EF4-FFF2-40B4-BE49-F238E27FC236}">
                <a16:creationId xmlns:a16="http://schemas.microsoft.com/office/drawing/2014/main" id="{F4812D15-585B-4A50-8C86-4B8887FFCF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1986" y="5453721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49" name="Текст 5">
            <a:extLst>
              <a:ext uri="{FF2B5EF4-FFF2-40B4-BE49-F238E27FC236}">
                <a16:creationId xmlns:a16="http://schemas.microsoft.com/office/drawing/2014/main" id="{403211CB-3E1A-4A32-B77F-C791CAC626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34692" y="5465239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50" name="Текст 5">
            <a:extLst>
              <a:ext uri="{FF2B5EF4-FFF2-40B4-BE49-F238E27FC236}">
                <a16:creationId xmlns:a16="http://schemas.microsoft.com/office/drawing/2014/main" id="{BEA25344-4B59-4371-93FD-4D2BA4CC7DE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145761" y="5454595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51" name="Текст 5">
            <a:extLst>
              <a:ext uri="{FF2B5EF4-FFF2-40B4-BE49-F238E27FC236}">
                <a16:creationId xmlns:a16="http://schemas.microsoft.com/office/drawing/2014/main" id="{BADD4C73-D133-4951-9688-797F3FB850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11754" y="7922690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</p:spTree>
    <p:extLst>
      <p:ext uri="{BB962C8B-B14F-4D97-AF65-F5344CB8AC3E}">
        <p14:creationId xmlns:p14="http://schemas.microsoft.com/office/powerpoint/2010/main" val="28272492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F1E401-C77C-4810-B7D4-4F477EE092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1717296"/>
            <a:ext cx="8248650" cy="6831086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989A4D09-0D0B-4BBA-A63F-4D6FE63FE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429627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B9004BDE-5AB0-41C7-898A-865025EA38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397365" y="714375"/>
            <a:ext cx="8068310" cy="4181475"/>
          </a:xfrm>
          <a:prstGeom prst="roundRect">
            <a:avLst>
              <a:gd name="adj" fmla="val 763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FDDE9C28-7A4A-45EF-83C0-8AF8874507A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97365" y="5391151"/>
            <a:ext cx="8068310" cy="4181475"/>
          </a:xfrm>
          <a:prstGeom prst="roundRect">
            <a:avLst>
              <a:gd name="adj" fmla="val 7639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091BDD12-8A29-4433-AA22-FBCC570F6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5471" y="1901242"/>
            <a:ext cx="7651750" cy="6286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тщательные. Как принято считать, базовые сценарии поведения пользователей объединены, базовые сценарии поведения</a:t>
            </a:r>
            <a:r>
              <a:rPr lang="en-US" dirty="0"/>
              <a:t>. </a:t>
            </a:r>
            <a:r>
              <a:rPr lang="ru-RU" dirty="0"/>
              <a:t>Как принято считать, базовые сценарии</a:t>
            </a:r>
          </a:p>
        </p:txBody>
      </p:sp>
    </p:spTree>
    <p:extLst>
      <p:ext uri="{BB962C8B-B14F-4D97-AF65-F5344CB8AC3E}">
        <p14:creationId xmlns:p14="http://schemas.microsoft.com/office/powerpoint/2010/main" val="336536861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F1E401-C77C-4810-B7D4-4F477EE092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1717296"/>
            <a:ext cx="8248650" cy="6831086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989A4D09-0D0B-4BBA-A63F-4D6FE63FE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429627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14">
            <a:extLst>
              <a:ext uri="{FF2B5EF4-FFF2-40B4-BE49-F238E27FC236}">
                <a16:creationId xmlns:a16="http://schemas.microsoft.com/office/drawing/2014/main" id="{29570EF1-E2AF-468D-BDAC-EF12E546C4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21825" y="714375"/>
            <a:ext cx="8343900" cy="8343900"/>
          </a:xfrm>
          <a:prstGeom prst="roundRect">
            <a:avLst>
              <a:gd name="adj" fmla="val 5708"/>
            </a:avLst>
          </a:prstGeom>
          <a:effectLst>
            <a:softEdge rad="38100"/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CF6C7EEE-9388-4E35-B61B-CE5512AA87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5471" y="1901242"/>
            <a:ext cx="7651750" cy="6286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тщательные. Как принято считать, базовые сценарии поведения пользователей объединены, базовые сценарии поведения</a:t>
            </a:r>
            <a:r>
              <a:rPr lang="en-US" dirty="0"/>
              <a:t>. </a:t>
            </a:r>
            <a:r>
              <a:rPr lang="ru-RU" dirty="0"/>
              <a:t>Как принято считать, базовые сценарии</a:t>
            </a:r>
          </a:p>
        </p:txBody>
      </p:sp>
    </p:spTree>
    <p:extLst>
      <p:ext uri="{BB962C8B-B14F-4D97-AF65-F5344CB8AC3E}">
        <p14:creationId xmlns:p14="http://schemas.microsoft.com/office/powerpoint/2010/main" val="24493005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CE77920-5553-41DF-A238-E87A98C4E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4977" y="5379550"/>
            <a:ext cx="8248650" cy="316131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CCB7BB7-391E-47AE-8991-9842573CC1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5371161"/>
            <a:ext cx="8248650" cy="316131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139C1A8-3719-4691-9436-125B73266C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4977" y="1706154"/>
            <a:ext cx="8248650" cy="318130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8627604-B8B7-41F2-A43C-684CE5C59D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1714543"/>
            <a:ext cx="8248650" cy="3181305"/>
          </a:xfrm>
          <a:prstGeom prst="rect">
            <a:avLst/>
          </a:prstGeom>
        </p:spPr>
      </p:pic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064269B4-F01D-47B4-BBE1-431852280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B1B44AC1-9ED8-4B9F-80FC-C4F0787B3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1898650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B48403A2-66F0-42C7-90F4-74CD82B48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2499" y="5570352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92EE5EF8-85FA-4142-B807-2DECBF279C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61003" y="1902786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34225329-4AF6-4D79-8BC3-F072C35D1F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61002" y="5574488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</p:spTree>
    <p:extLst>
      <p:ext uri="{BB962C8B-B14F-4D97-AF65-F5344CB8AC3E}">
        <p14:creationId xmlns:p14="http://schemas.microsoft.com/office/powerpoint/2010/main" val="19256953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AC96222-B27A-4526-ADB4-9E0DE8AFA5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5771" y="5351972"/>
            <a:ext cx="8251735" cy="318969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81A58A-5C43-4F65-96B4-D3E0FA4BA9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071" y="5571635"/>
            <a:ext cx="548896" cy="54889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3DDBCB-D96C-43D1-9681-C20B02C48F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15894" y="5361759"/>
            <a:ext cx="8251735" cy="318969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49D7F3D-3C4D-4EFB-9C7E-EFEE159D82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92194" y="5581422"/>
            <a:ext cx="548896" cy="548896"/>
          </a:xfrm>
          <a:prstGeom prst="rect">
            <a:avLst/>
          </a:prstGeom>
        </p:spPr>
      </p:pic>
      <p:sp>
        <p:nvSpPr>
          <p:cNvPr id="7" name="Текст 12">
            <a:extLst>
              <a:ext uri="{FF2B5EF4-FFF2-40B4-BE49-F238E27FC236}">
                <a16:creationId xmlns:a16="http://schemas.microsoft.com/office/drawing/2014/main" id="{9554D433-DDAD-4E3C-AF17-4A68870CF0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5486" y="6249861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8" name="Текст 12">
            <a:extLst>
              <a:ext uri="{FF2B5EF4-FFF2-40B4-BE49-F238E27FC236}">
                <a16:creationId xmlns:a16="http://schemas.microsoft.com/office/drawing/2014/main" id="{539DEC1D-798B-4A6E-B2BD-877257F156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63290" y="6249861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2BEE72-9F3B-4837-8AE2-E27661425D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3" y="1701359"/>
            <a:ext cx="8251735" cy="318969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0D9168B-18D8-433A-88FD-D292387D44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0673" y="1921022"/>
            <a:ext cx="548896" cy="54889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6C573A1-025B-4A9E-A728-B9ED9415ED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14496" y="1711146"/>
            <a:ext cx="8251735" cy="318969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A91DCC3-16E6-48C0-879B-49F3B5E22C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90796" y="1930809"/>
            <a:ext cx="548896" cy="548896"/>
          </a:xfrm>
          <a:prstGeom prst="rect">
            <a:avLst/>
          </a:prstGeom>
        </p:spPr>
      </p:pic>
      <p:sp>
        <p:nvSpPr>
          <p:cNvPr id="13" name="Заголовок 9">
            <a:extLst>
              <a:ext uri="{FF2B5EF4-FFF2-40B4-BE49-F238E27FC236}">
                <a16:creationId xmlns:a16="http://schemas.microsoft.com/office/drawing/2014/main" id="{F1996EEA-2F50-4E7E-A598-14D408297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2">
            <a:extLst>
              <a:ext uri="{FF2B5EF4-FFF2-40B4-BE49-F238E27FC236}">
                <a16:creationId xmlns:a16="http://schemas.microsoft.com/office/drawing/2014/main" id="{F0A52D20-1FF5-40BF-A87F-5C94CC9F9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4088" y="2599248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15" name="Текст 12">
            <a:extLst>
              <a:ext uri="{FF2B5EF4-FFF2-40B4-BE49-F238E27FC236}">
                <a16:creationId xmlns:a16="http://schemas.microsoft.com/office/drawing/2014/main" id="{6F6FB69F-B829-4A58-BD20-CC6BA7CDF2B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561892" y="2599248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16" name="Текст 8">
            <a:extLst>
              <a:ext uri="{FF2B5EF4-FFF2-40B4-BE49-F238E27FC236}">
                <a16:creationId xmlns:a16="http://schemas.microsoft.com/office/drawing/2014/main" id="{9795EF7A-A07A-48B4-86E6-E71A2504B8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0349" y="1960519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17" name="Текст 8">
            <a:extLst>
              <a:ext uri="{FF2B5EF4-FFF2-40B4-BE49-F238E27FC236}">
                <a16:creationId xmlns:a16="http://schemas.microsoft.com/office/drawing/2014/main" id="{897BC6B3-FC47-48CC-B824-37C61B87C4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55689" y="1967243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18" name="Текст 8">
            <a:extLst>
              <a:ext uri="{FF2B5EF4-FFF2-40B4-BE49-F238E27FC236}">
                <a16:creationId xmlns:a16="http://schemas.microsoft.com/office/drawing/2014/main" id="{39C302A0-045D-4C2C-84A1-2088DC789E2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0136" y="5611132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19" name="Текст 8">
            <a:extLst>
              <a:ext uri="{FF2B5EF4-FFF2-40B4-BE49-F238E27FC236}">
                <a16:creationId xmlns:a16="http://schemas.microsoft.com/office/drawing/2014/main" id="{CC2DCA31-23DF-410C-8835-4C3DCFF81C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65476" y="5617856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34554507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DA930211-4C47-4976-9733-0C7F4233C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8095F4F-6706-4261-9B9B-34DF33BC8B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5" y="1706563"/>
            <a:ext cx="5295900" cy="6942137"/>
          </a:xfrm>
          <a:prstGeom prst="roundRect">
            <a:avLst>
              <a:gd name="adj" fmla="val 716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57869DB9-C9ED-4C8F-BDA8-D83F423E0F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95794" y="1707961"/>
            <a:ext cx="5295900" cy="6942137"/>
          </a:xfrm>
          <a:prstGeom prst="roundRect">
            <a:avLst>
              <a:gd name="adj" fmla="val 668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94C9F84C-A08B-4467-92EE-9C5D6A593A9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275815" y="1707961"/>
            <a:ext cx="5295900" cy="6942137"/>
          </a:xfrm>
          <a:prstGeom prst="roundRect">
            <a:avLst>
              <a:gd name="adj" fmla="val 6371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47562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4EE5D3E-9661-41A8-A3A8-5721EC30CE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62712" y="1710311"/>
            <a:ext cx="5362575" cy="310682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8FC2827-B954-400A-85AD-032031E314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35585" y="1710311"/>
            <a:ext cx="5362575" cy="310682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69A7C12-4402-4A23-9A3F-1079CC7BB4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9840" y="1710311"/>
            <a:ext cx="5362575" cy="310682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FE2FB22-C7CD-441E-BBE3-63CD43D112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55721" y="5428036"/>
            <a:ext cx="5362575" cy="310682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E255BCD-FFA3-495B-9FDF-D9DFC163A1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28594" y="5428036"/>
            <a:ext cx="5362575" cy="310682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C3D7699-65D2-4E81-8115-A996706675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2849" y="5428036"/>
            <a:ext cx="5362575" cy="3106825"/>
          </a:xfrm>
          <a:prstGeom prst="rect">
            <a:avLst/>
          </a:prstGeom>
        </p:spPr>
      </p:pic>
      <p:sp>
        <p:nvSpPr>
          <p:cNvPr id="22" name="Заголовок 9">
            <a:extLst>
              <a:ext uri="{FF2B5EF4-FFF2-40B4-BE49-F238E27FC236}">
                <a16:creationId xmlns:a16="http://schemas.microsoft.com/office/drawing/2014/main" id="{F1EB3E9B-2C2F-463E-9ECD-4371341B3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0816003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8">
            <a:extLst>
              <a:ext uri="{FF2B5EF4-FFF2-40B4-BE49-F238E27FC236}">
                <a16:creationId xmlns:a16="http://schemas.microsoft.com/office/drawing/2014/main" id="{913FF8BD-21CB-422A-A53B-F46082815F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3536" y="1911350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4" name="Текст 18">
            <a:extLst>
              <a:ext uri="{FF2B5EF4-FFF2-40B4-BE49-F238E27FC236}">
                <a16:creationId xmlns:a16="http://schemas.microsoft.com/office/drawing/2014/main" id="{EAAB1F94-4C56-4D4A-BEE4-D4213FB1A6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3323" y="5629075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5" name="Текст 18">
            <a:extLst>
              <a:ext uri="{FF2B5EF4-FFF2-40B4-BE49-F238E27FC236}">
                <a16:creationId xmlns:a16="http://schemas.microsoft.com/office/drawing/2014/main" id="{CBD7DA99-CB87-499F-B1CF-724105FC133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4955" y="1912748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6" name="Текст 18">
            <a:extLst>
              <a:ext uri="{FF2B5EF4-FFF2-40B4-BE49-F238E27FC236}">
                <a16:creationId xmlns:a16="http://schemas.microsoft.com/office/drawing/2014/main" id="{FDC4BA0B-8AB8-474D-81B4-BE34F46CF5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44742" y="5630473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7" name="Текст 18">
            <a:extLst>
              <a:ext uri="{FF2B5EF4-FFF2-40B4-BE49-F238E27FC236}">
                <a16:creationId xmlns:a16="http://schemas.microsoft.com/office/drawing/2014/main" id="{94F7D51C-421B-42BA-B9FA-A086557223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533152" y="1922535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8" name="Текст 18">
            <a:extLst>
              <a:ext uri="{FF2B5EF4-FFF2-40B4-BE49-F238E27FC236}">
                <a16:creationId xmlns:a16="http://schemas.microsoft.com/office/drawing/2014/main" id="{10596899-4712-47DF-B488-F76DDEFBE4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542939" y="5640260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83778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BD2C0679-AA83-479D-9878-9F703D7C61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41052" y="5417206"/>
            <a:ext cx="5377730" cy="3106825"/>
          </a:xfrm>
          <a:prstGeom prst="rect">
            <a:avLst/>
          </a:prstGeom>
        </p:spPr>
      </p:pic>
      <p:sp>
        <p:nvSpPr>
          <p:cNvPr id="48" name="Текст 18">
            <a:extLst>
              <a:ext uri="{FF2B5EF4-FFF2-40B4-BE49-F238E27FC236}">
                <a16:creationId xmlns:a16="http://schemas.microsoft.com/office/drawing/2014/main" id="{2C40B25F-52B8-4318-84C2-21208C93DB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514792" y="6225233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0600217A-5235-4DB6-8120-A64583884D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08258" y="5541948"/>
            <a:ext cx="548896" cy="548896"/>
          </a:xfrm>
          <a:prstGeom prst="rect">
            <a:avLst/>
          </a:prstGeom>
        </p:spPr>
      </p:pic>
      <p:sp>
        <p:nvSpPr>
          <p:cNvPr id="50" name="Текст 8">
            <a:extLst>
              <a:ext uri="{FF2B5EF4-FFF2-40B4-BE49-F238E27FC236}">
                <a16:creationId xmlns:a16="http://schemas.microsoft.com/office/drawing/2014/main" id="{61A671A5-D2D2-44A7-B146-75A1C84267F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567934" y="5581445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AC4DF40E-F8FF-4DEE-8478-1F6EDFD924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68022" y="5415808"/>
            <a:ext cx="5377730" cy="3106825"/>
          </a:xfrm>
          <a:prstGeom prst="rect">
            <a:avLst/>
          </a:prstGeom>
        </p:spPr>
      </p:pic>
      <p:sp>
        <p:nvSpPr>
          <p:cNvPr id="52" name="Текст 18">
            <a:extLst>
              <a:ext uri="{FF2B5EF4-FFF2-40B4-BE49-F238E27FC236}">
                <a16:creationId xmlns:a16="http://schemas.microsoft.com/office/drawing/2014/main" id="{D2E757A6-CCEB-4DD5-87C1-46A6DDDBCC4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41762" y="6223835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E8721A02-9FC0-4A1E-A6A4-1DE3C510A4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5228" y="5540550"/>
            <a:ext cx="548896" cy="548896"/>
          </a:xfrm>
          <a:prstGeom prst="rect">
            <a:avLst/>
          </a:prstGeom>
        </p:spPr>
      </p:pic>
      <p:sp>
        <p:nvSpPr>
          <p:cNvPr id="54" name="Текст 8">
            <a:extLst>
              <a:ext uri="{FF2B5EF4-FFF2-40B4-BE49-F238E27FC236}">
                <a16:creationId xmlns:a16="http://schemas.microsoft.com/office/drawing/2014/main" id="{9F007721-20DB-4F20-B8FB-7FAAF879924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94904" y="5580047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BB5D9A9D-380F-45C9-B2D4-1959495CF8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805" y="5413808"/>
            <a:ext cx="5377730" cy="3106825"/>
          </a:xfrm>
          <a:prstGeom prst="rect">
            <a:avLst/>
          </a:prstGeom>
        </p:spPr>
      </p:pic>
      <p:sp>
        <p:nvSpPr>
          <p:cNvPr id="56" name="Текст 18">
            <a:extLst>
              <a:ext uri="{FF2B5EF4-FFF2-40B4-BE49-F238E27FC236}">
                <a16:creationId xmlns:a16="http://schemas.microsoft.com/office/drawing/2014/main" id="{B29CC027-DD46-4E95-AA1B-A958A6DD25D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46545" y="6221835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CCC557D2-0425-4D50-9A45-542F0E459D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011" y="5538550"/>
            <a:ext cx="548896" cy="548896"/>
          </a:xfrm>
          <a:prstGeom prst="rect">
            <a:avLst/>
          </a:prstGeom>
        </p:spPr>
      </p:pic>
      <p:sp>
        <p:nvSpPr>
          <p:cNvPr id="58" name="Текст 8">
            <a:extLst>
              <a:ext uri="{FF2B5EF4-FFF2-40B4-BE49-F238E27FC236}">
                <a16:creationId xmlns:a16="http://schemas.microsoft.com/office/drawing/2014/main" id="{31437541-F76D-48C5-9FB0-F599F2DB74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9687" y="5578047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134173BA-9B0A-49A3-8033-C18AF69AFC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48043" y="1707870"/>
            <a:ext cx="5377730" cy="3106825"/>
          </a:xfrm>
          <a:prstGeom prst="rect">
            <a:avLst/>
          </a:prstGeom>
        </p:spPr>
      </p:pic>
      <p:sp>
        <p:nvSpPr>
          <p:cNvPr id="44" name="Текст 18">
            <a:extLst>
              <a:ext uri="{FF2B5EF4-FFF2-40B4-BE49-F238E27FC236}">
                <a16:creationId xmlns:a16="http://schemas.microsoft.com/office/drawing/2014/main" id="{34E41860-AC05-4159-87F7-FB327F60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521783" y="2515897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6A6E0D6D-FA6D-49D7-9359-0FCDBD709D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15249" y="1832612"/>
            <a:ext cx="548896" cy="548896"/>
          </a:xfrm>
          <a:prstGeom prst="rect">
            <a:avLst/>
          </a:prstGeom>
        </p:spPr>
      </p:pic>
      <p:sp>
        <p:nvSpPr>
          <p:cNvPr id="46" name="Текст 8">
            <a:extLst>
              <a:ext uri="{FF2B5EF4-FFF2-40B4-BE49-F238E27FC236}">
                <a16:creationId xmlns:a16="http://schemas.microsoft.com/office/drawing/2014/main" id="{95B792F6-05A8-4439-A043-F0ED1485BF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74925" y="1872109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750CDFA5-A508-46DD-84A0-9E7184D35E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75013" y="1706472"/>
            <a:ext cx="5377730" cy="3106825"/>
          </a:xfrm>
          <a:prstGeom prst="rect">
            <a:avLst/>
          </a:prstGeom>
        </p:spPr>
      </p:pic>
      <p:sp>
        <p:nvSpPr>
          <p:cNvPr id="40" name="Текст 18">
            <a:extLst>
              <a:ext uri="{FF2B5EF4-FFF2-40B4-BE49-F238E27FC236}">
                <a16:creationId xmlns:a16="http://schemas.microsoft.com/office/drawing/2014/main" id="{F5076943-EAE8-42F6-9DEC-25C02FB21F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8753" y="2514499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A0884432-ACFD-48D1-97A7-BE5B209243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2219" y="1831214"/>
            <a:ext cx="548896" cy="548896"/>
          </a:xfrm>
          <a:prstGeom prst="rect">
            <a:avLst/>
          </a:prstGeom>
        </p:spPr>
      </p:pic>
      <p:sp>
        <p:nvSpPr>
          <p:cNvPr id="42" name="Текст 8">
            <a:extLst>
              <a:ext uri="{FF2B5EF4-FFF2-40B4-BE49-F238E27FC236}">
                <a16:creationId xmlns:a16="http://schemas.microsoft.com/office/drawing/2014/main" id="{143ED22F-3960-451D-A56D-78F563819EA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01895" y="1870711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B043712-CE71-4447-A525-AF8043EE6F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9796" y="1704472"/>
            <a:ext cx="5377730" cy="3106825"/>
          </a:xfrm>
          <a:prstGeom prst="rect">
            <a:avLst/>
          </a:prstGeom>
        </p:spPr>
      </p:pic>
      <p:sp>
        <p:nvSpPr>
          <p:cNvPr id="9" name="Заголовок 9">
            <a:extLst>
              <a:ext uri="{FF2B5EF4-FFF2-40B4-BE49-F238E27FC236}">
                <a16:creationId xmlns:a16="http://schemas.microsoft.com/office/drawing/2014/main" id="{363F7F92-8179-4121-ACB3-1BA0E29B8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0816003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Текст 18">
            <a:extLst>
              <a:ext uri="{FF2B5EF4-FFF2-40B4-BE49-F238E27FC236}">
                <a16:creationId xmlns:a16="http://schemas.microsoft.com/office/drawing/2014/main" id="{999DC7E5-2175-4A67-AC6E-A3DEF61628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3536" y="2512499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87B5D8E6-0850-4095-B357-95EF885B9C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7002" y="1829214"/>
            <a:ext cx="548896" cy="548896"/>
          </a:xfrm>
          <a:prstGeom prst="rect">
            <a:avLst/>
          </a:prstGeom>
        </p:spPr>
      </p:pic>
      <p:sp>
        <p:nvSpPr>
          <p:cNvPr id="38" name="Текст 8">
            <a:extLst>
              <a:ext uri="{FF2B5EF4-FFF2-40B4-BE49-F238E27FC236}">
                <a16:creationId xmlns:a16="http://schemas.microsoft.com/office/drawing/2014/main" id="{FEBD38B3-BB5E-41AE-842C-9CA920D03F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06678" y="1868711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206583979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BF2D6C-21C8-4779-9D23-0CCC7DA72B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1710436"/>
            <a:ext cx="16859250" cy="6821168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F3CD9750-E38B-40F9-BCCF-E277A925B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9704473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FB591B-8AE6-44FB-8A0B-4754931A36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4977" y="1684282"/>
            <a:ext cx="8248650" cy="6851744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54DED45-0E7C-4024-BBA9-F4238C3678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1684282"/>
            <a:ext cx="8248650" cy="6851744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9088A9DE-30EA-4AF8-9C10-8233BD4F1C75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769147014"/>
              </p:ext>
            </p:extLst>
          </p:nvPr>
        </p:nvGraphicFramePr>
        <p:xfrm>
          <a:off x="9656617" y="1982459"/>
          <a:ext cx="7582767" cy="50391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E424C389-D0FF-492A-96C1-B2928E16F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F6F77912-0A12-422E-B9D9-BD7DA43F9B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00" y="1898649"/>
            <a:ext cx="7540625" cy="64400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</p:spTree>
    <p:extLst>
      <p:ext uri="{BB962C8B-B14F-4D97-AF65-F5344CB8AC3E}">
        <p14:creationId xmlns:p14="http://schemas.microsoft.com/office/powerpoint/2010/main" val="11424577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CD07D2-2F3D-4A68-BF14-E2ED3D1518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1711354"/>
            <a:ext cx="16859250" cy="6820250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C0055146-E285-4C46-8686-22A2CEF44A36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61536202"/>
              </p:ext>
            </p:extLst>
          </p:nvPr>
        </p:nvGraphicFramePr>
        <p:xfrm>
          <a:off x="1286957" y="2595484"/>
          <a:ext cx="7496825" cy="5076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6A9B15FE-EF69-4190-B986-800ACC54C7D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191413391"/>
              </p:ext>
            </p:extLst>
          </p:nvPr>
        </p:nvGraphicFramePr>
        <p:xfrm>
          <a:off x="9504220" y="2595483"/>
          <a:ext cx="7496825" cy="5076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0B3E83EA-EE3B-47EC-B47D-05316F7D5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7410861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CD07D2-2F3D-4A68-BF14-E2ED3D1518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" y="1711354"/>
            <a:ext cx="16859250" cy="6820250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0B3E83EA-EE3B-47EC-B47D-05316F7D5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B9DCF176-54FA-40BF-B506-83E738C7AED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41752419"/>
              </p:ext>
            </p:extLst>
          </p:nvPr>
        </p:nvGraphicFramePr>
        <p:xfrm>
          <a:off x="1074261" y="2071299"/>
          <a:ext cx="16157020" cy="6057635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615702">
                  <a:extLst>
                    <a:ext uri="{9D8B030D-6E8A-4147-A177-3AD203B41FA5}">
                      <a16:colId xmlns:a16="http://schemas.microsoft.com/office/drawing/2014/main" val="3110552859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230449320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863217932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712258154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097600003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4026847932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885818285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567442515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3680074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969290082"/>
                    </a:ext>
                  </a:extLst>
                </a:gridCol>
              </a:tblGrid>
              <a:tr h="751124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Nunito Bold" pitchFamily="2" charset="-52"/>
                        </a:rPr>
                        <a:t>Таблица</a:t>
                      </a:r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04135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4468371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9079977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8654218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2837535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167209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5114594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814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2563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9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Relationship Id="rId27" Type="http://schemas.openxmlformats.org/officeDocument/2006/relationships/image" Target="../media/image1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lack_pixel_logoFTC.png" descr="preencoded.png">
            <a:extLst>
              <a:ext uri="{FF2B5EF4-FFF2-40B4-BE49-F238E27FC236}">
                <a16:creationId xmlns:a16="http://schemas.microsoft.com/office/drawing/2014/main" id="{F8003204-777B-4328-9815-7FBE9F94C356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49" r:id="rId3"/>
    <p:sldLayoutId id="2147483664" r:id="rId4"/>
    <p:sldLayoutId id="2147483666" r:id="rId5"/>
    <p:sldLayoutId id="2147483668" r:id="rId6"/>
    <p:sldLayoutId id="2147483670" r:id="rId7"/>
    <p:sldLayoutId id="2147483672" r:id="rId8"/>
    <p:sldLayoutId id="2147483674" r:id="rId9"/>
    <p:sldLayoutId id="2147483676" r:id="rId10"/>
    <p:sldLayoutId id="2147483678" r:id="rId11"/>
    <p:sldLayoutId id="2147483680" r:id="rId12"/>
    <p:sldLayoutId id="2147483682" r:id="rId13"/>
    <p:sldLayoutId id="2147483684" r:id="rId14"/>
    <p:sldLayoutId id="2147483686" r:id="rId15"/>
    <p:sldLayoutId id="2147483688" r:id="rId16"/>
    <p:sldLayoutId id="2147483690" r:id="rId17"/>
    <p:sldLayoutId id="2147483692" r:id="rId18"/>
    <p:sldLayoutId id="2147483695" r:id="rId19"/>
    <p:sldLayoutId id="2147483697" r:id="rId20"/>
    <p:sldLayoutId id="2147483699" r:id="rId21"/>
    <p:sldLayoutId id="2147483701" r:id="rId22"/>
    <p:sldLayoutId id="2147483703" r:id="rId23"/>
    <p:sldLayoutId id="2147483706" r:id="rId2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100000">
              <a:srgbClr val="286FE5"/>
            </a:gs>
            <a:gs pos="0">
              <a:srgbClr val="3E719B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hite_pixel_logoFTC.png" descr="preencoded.png">
            <a:extLst>
              <a:ext uri="{FF2B5EF4-FFF2-40B4-BE49-F238E27FC236}">
                <a16:creationId xmlns:a16="http://schemas.microsoft.com/office/drawing/2014/main" id="{AFFDA096-83E8-41E4-AD5D-359F28218737}"/>
              </a:ext>
            </a:extLst>
          </p:cNvPr>
          <p:cNvPicPr>
            <a:picLocks noChangeAspect="1"/>
          </p:cNvPicPr>
          <p:nvPr userDrawn="1"/>
        </p:nvPicPr>
        <p:blipFill>
          <a:blip r:embed="rId27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553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63" r:id="rId3"/>
    <p:sldLayoutId id="2147483651" r:id="rId4"/>
    <p:sldLayoutId id="2147483665" r:id="rId5"/>
    <p:sldLayoutId id="2147483667" r:id="rId6"/>
    <p:sldLayoutId id="2147483669" r:id="rId7"/>
    <p:sldLayoutId id="2147483671" r:id="rId8"/>
    <p:sldLayoutId id="2147483673" r:id="rId9"/>
    <p:sldLayoutId id="2147483675" r:id="rId10"/>
    <p:sldLayoutId id="2147483677" r:id="rId11"/>
    <p:sldLayoutId id="2147483679" r:id="rId12"/>
    <p:sldLayoutId id="2147483681" r:id="rId13"/>
    <p:sldLayoutId id="2147483683" r:id="rId14"/>
    <p:sldLayoutId id="2147483685" r:id="rId15"/>
    <p:sldLayoutId id="2147483687" r:id="rId16"/>
    <p:sldLayoutId id="2147483689" r:id="rId17"/>
    <p:sldLayoutId id="2147483691" r:id="rId18"/>
    <p:sldLayoutId id="2147483693" r:id="rId19"/>
    <p:sldLayoutId id="2147483696" r:id="rId20"/>
    <p:sldLayoutId id="2147483698" r:id="rId21"/>
    <p:sldLayoutId id="2147483700" r:id="rId22"/>
    <p:sldLayoutId id="2147483702" r:id="rId23"/>
    <p:sldLayoutId id="2147483704" r:id="rId24"/>
    <p:sldLayoutId id="2147483705" r:id="rId2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0D595DD6-A0CF-4D25-91D5-32C53C1BDA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5" y="1712178"/>
            <a:ext cx="7953375" cy="1211813"/>
          </a:xfrm>
        </p:spPr>
        <p:txBody>
          <a:bodyPr/>
          <a:lstStyle/>
          <a:p>
            <a:r>
              <a:rPr lang="ru-RU" sz="3800" dirty="0"/>
              <a:t>«</a:t>
            </a:r>
            <a:r>
              <a:rPr lang="ru-RU" sz="3800" i="1" dirty="0"/>
              <a:t>Разработка программного комплекса для оптимизации маршрутов доставки на основе алгоритма "Ближайшего соседа" и его сравнительный анализ с другими жадными алгоритмами</a:t>
            </a:r>
            <a:r>
              <a:rPr lang="ru-RU" sz="3800" dirty="0"/>
              <a:t>»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AA5DCD-AA1F-E2D0-0479-0883A7024003}"/>
              </a:ext>
            </a:extLst>
          </p:cNvPr>
          <p:cNvSpPr txBox="1"/>
          <p:nvPr/>
        </p:nvSpPr>
        <p:spPr>
          <a:xfrm>
            <a:off x="697560" y="6864022"/>
            <a:ext cx="8446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Nunito Bold" pitchFamily="2" charset="-52"/>
              </a:rPr>
              <a:t>Руководитель ДП: Коновалов Игорь Васильевич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72626-4BEE-31C7-EF17-D6950BCB3523}"/>
              </a:ext>
            </a:extLst>
          </p:cNvPr>
          <p:cNvSpPr txBox="1"/>
          <p:nvPr/>
        </p:nvSpPr>
        <p:spPr>
          <a:xfrm>
            <a:off x="697560" y="5720546"/>
            <a:ext cx="79533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Nunito Bold" pitchFamily="2" charset="-52"/>
              </a:rPr>
              <a:t>Студент: </a:t>
            </a:r>
            <a:r>
              <a:rPr lang="ru-RU" sz="2400" dirty="0" err="1">
                <a:solidFill>
                  <a:schemeClr val="bg1"/>
                </a:solidFill>
                <a:latin typeface="Nunito Bold" pitchFamily="2" charset="-52"/>
              </a:rPr>
              <a:t>Подъячев</a:t>
            </a:r>
            <a:r>
              <a:rPr lang="ru-RU" sz="2400" dirty="0">
                <a:solidFill>
                  <a:schemeClr val="bg1"/>
                </a:solidFill>
                <a:latin typeface="Nunito Bold" pitchFamily="2" charset="-52"/>
              </a:rPr>
              <a:t> Владислав Алексеевич</a:t>
            </a:r>
          </a:p>
          <a:p>
            <a:r>
              <a:rPr lang="ru-RU" sz="2400" dirty="0">
                <a:solidFill>
                  <a:schemeClr val="bg1"/>
                </a:solidFill>
                <a:latin typeface="Nunito Bold" pitchFamily="2" charset="-52"/>
              </a:rPr>
              <a:t>Группа ИСП - 21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0BDA60-DE2D-43B0-94F1-B954E0C29B0B}"/>
              </a:ext>
            </a:extLst>
          </p:cNvPr>
          <p:cNvSpPr txBox="1"/>
          <p:nvPr/>
        </p:nvSpPr>
        <p:spPr>
          <a:xfrm>
            <a:off x="7767735" y="9386595"/>
            <a:ext cx="2752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Nunito Bold" pitchFamily="2" charset="-52"/>
              </a:rPr>
              <a:t>Долгопрудный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22C7B9-A81D-3839-6A8F-1676FDA18E07}"/>
              </a:ext>
            </a:extLst>
          </p:cNvPr>
          <p:cNvSpPr txBox="1"/>
          <p:nvPr/>
        </p:nvSpPr>
        <p:spPr>
          <a:xfrm>
            <a:off x="3960845" y="343612"/>
            <a:ext cx="103663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Nunito Bold" pitchFamily="2" charset="-52"/>
                <a:ea typeface="Calibri" panose="020F0502020204030204" pitchFamily="34" charset="0"/>
              </a:rPr>
              <a:t>Государственное бюджетное профессиональное образовательное учреждение Московской области «Физико-технический колледж»</a:t>
            </a:r>
            <a:endParaRPr lang="ru-RU" sz="2400" dirty="0">
              <a:solidFill>
                <a:schemeClr val="bg1"/>
              </a:solidFill>
              <a:latin typeface="Nunito Bold" pitchFamily="2" charset="-52"/>
            </a:endParaRPr>
          </a:p>
          <a:p>
            <a:pPr algn="ctr"/>
            <a:endParaRPr lang="ru-RU" sz="2400" dirty="0">
              <a:solidFill>
                <a:schemeClr val="bg1"/>
              </a:solidFill>
              <a:latin typeface="Nunito Bold" pitchFamily="2" charset="-5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F6C09FF-315A-4A2F-B156-7F7D75862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работы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1204C7-436F-8EAD-B660-A2EC40707A74}"/>
              </a:ext>
            </a:extLst>
          </p:cNvPr>
          <p:cNvSpPr txBox="1"/>
          <p:nvPr/>
        </p:nvSpPr>
        <p:spPr>
          <a:xfrm>
            <a:off x="901700" y="2761614"/>
            <a:ext cx="53467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dirty="0"/>
              <a:t>Цель</a:t>
            </a:r>
          </a:p>
          <a:p>
            <a:endParaRPr lang="ru-RU" sz="3800" dirty="0"/>
          </a:p>
          <a:p>
            <a:r>
              <a:rPr lang="ru-RU" sz="3800" dirty="0"/>
              <a:t>Создание программного инструмента для автоматизации маршрутизации и оценки эффективности алгоритмов.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A2430D-6CB1-D124-BB81-814A1768F31E}"/>
              </a:ext>
            </a:extLst>
          </p:cNvPr>
          <p:cNvSpPr txBox="1"/>
          <p:nvPr/>
        </p:nvSpPr>
        <p:spPr>
          <a:xfrm>
            <a:off x="6534149" y="2758221"/>
            <a:ext cx="52197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dirty="0"/>
              <a:t>Разработка</a:t>
            </a:r>
          </a:p>
          <a:p>
            <a:endParaRPr lang="ru-RU" sz="3800" dirty="0"/>
          </a:p>
          <a:p>
            <a:r>
              <a:rPr lang="ru-RU" sz="3800" dirty="0"/>
              <a:t>Реализация аналитического модуля на </a:t>
            </a:r>
            <a:r>
              <a:rPr lang="en-US" sz="3800" dirty="0"/>
              <a:t>Python </a:t>
            </a:r>
            <a:r>
              <a:rPr lang="ru-RU" sz="3800" dirty="0"/>
              <a:t>и веб-интерфейса «Навигатор </a:t>
            </a:r>
            <a:r>
              <a:rPr lang="en-US" sz="3800" dirty="0"/>
              <a:t>AI</a:t>
            </a:r>
            <a:r>
              <a:rPr lang="ru-RU" sz="3800" dirty="0"/>
              <a:t>» на </a:t>
            </a:r>
            <a:r>
              <a:rPr lang="en-US" sz="3800" dirty="0"/>
              <a:t>JavaScript</a:t>
            </a:r>
            <a:endParaRPr lang="ru-RU" sz="3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E8E8F8-2F67-C771-47DD-3A438083E7B9}"/>
              </a:ext>
            </a:extLst>
          </p:cNvPr>
          <p:cNvSpPr txBox="1"/>
          <p:nvPr/>
        </p:nvSpPr>
        <p:spPr>
          <a:xfrm>
            <a:off x="12458700" y="2758231"/>
            <a:ext cx="52197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dirty="0"/>
              <a:t>Анализ</a:t>
            </a:r>
          </a:p>
          <a:p>
            <a:endParaRPr lang="ru-RU" sz="3800" dirty="0"/>
          </a:p>
          <a:p>
            <a:r>
              <a:rPr lang="ru-RU" sz="3800" dirty="0"/>
              <a:t>Сравнительный анализ алгоритма </a:t>
            </a:r>
            <a:r>
              <a:rPr lang="en-US" sz="3800" dirty="0"/>
              <a:t>NN </a:t>
            </a:r>
            <a:r>
              <a:rPr lang="ru-RU" sz="3800" dirty="0"/>
              <a:t>с альтернативными жадными методами и постобработкой </a:t>
            </a:r>
            <a:r>
              <a:rPr lang="en-US" sz="3800" dirty="0"/>
              <a:t>2-opt</a:t>
            </a:r>
            <a:endParaRPr lang="ru-RU" sz="3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7C6D251-8ABA-606D-A6A1-D1CB9FF8A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735176"/>
            <a:ext cx="749300" cy="7493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C48E023-B11A-C442-8D78-6A019BEF8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900" y="1531967"/>
            <a:ext cx="952509" cy="95250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7E2B113-E062-C455-13B1-8CE6A6E751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8700" y="1414112"/>
            <a:ext cx="1070364" cy="10703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1EF6E9-28BD-47D2-AAAF-2DDB057A1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оптимизации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F03A702-44FA-4B51-8D08-B64532F2BB7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1158" b="1158"/>
          <a:stretch/>
        </p:blipFill>
        <p:spPr>
          <a:prstGeom prst="roundRect">
            <a:avLst>
              <a:gd name="adj" fmla="val 5708"/>
            </a:avLst>
          </a:prstGeom>
          <a:effectLst>
            <a:softEdge rad="38100"/>
          </a:effectLst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764814B9-1C41-4ECD-81DD-4B924F9C2D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5471" y="2000293"/>
            <a:ext cx="7651750" cy="6286413"/>
          </a:xfrm>
        </p:spPr>
        <p:txBody>
          <a:bodyPr/>
          <a:lstStyle/>
          <a:p>
            <a:pPr algn="just"/>
            <a:r>
              <a:rPr lang="ru-RU" dirty="0"/>
              <a:t>1) </a:t>
            </a:r>
            <a:r>
              <a:rPr lang="ru-RU" dirty="0" err="1"/>
              <a:t>Nearest</a:t>
            </a:r>
            <a:r>
              <a:rPr lang="ru-RU" b="1" dirty="0"/>
              <a:t> </a:t>
            </a:r>
            <a:r>
              <a:rPr lang="ru-RU" b="1" dirty="0" err="1"/>
              <a:t>Neighbor</a:t>
            </a:r>
            <a:r>
              <a:rPr lang="ru-RU" b="1" dirty="0"/>
              <a:t> (NN): </a:t>
            </a:r>
            <a:r>
              <a:rPr lang="ru-RU" dirty="0"/>
              <a:t>поиск ближайшей </a:t>
            </a:r>
            <a:r>
              <a:rPr lang="ru-RU" dirty="0" err="1"/>
              <a:t>непосещенной</a:t>
            </a:r>
            <a:r>
              <a:rPr lang="ru-RU" dirty="0"/>
              <a:t> точки на каждом шаге. </a:t>
            </a:r>
          </a:p>
          <a:p>
            <a:pPr algn="just"/>
            <a:r>
              <a:rPr lang="ru-RU" dirty="0"/>
              <a:t>2) 2-opt </a:t>
            </a:r>
            <a:r>
              <a:rPr lang="ru-RU" dirty="0" err="1"/>
              <a:t>Heuristic</a:t>
            </a:r>
            <a:r>
              <a:rPr lang="ru-RU" dirty="0"/>
              <a:t>: устранение самопересечений маршрута путем переворота </a:t>
            </a:r>
            <a:r>
              <a:rPr lang="ru-RU" dirty="0" err="1"/>
              <a:t>подотрезков</a:t>
            </a:r>
            <a:r>
              <a:rPr lang="ru-RU" dirty="0"/>
              <a:t>.</a:t>
            </a:r>
          </a:p>
          <a:p>
            <a:pPr algn="just"/>
            <a:r>
              <a:rPr lang="ru-RU" b="1" dirty="0"/>
              <a:t>3) Гарантии качества:</a:t>
            </a:r>
            <a:r>
              <a:rPr lang="ru-RU" dirty="0"/>
              <a:t> для метрических задач отклонение NN составляет около 20-25% от оптимума.</a:t>
            </a:r>
          </a:p>
          <a:p>
            <a:pPr algn="just"/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B70EA6-58A1-03D4-5842-D68BF86E5F2F}"/>
              </a:ext>
            </a:extLst>
          </p:cNvPr>
          <p:cNvSpPr txBox="1"/>
          <p:nvPr/>
        </p:nvSpPr>
        <p:spPr>
          <a:xfrm>
            <a:off x="5514392" y="429208"/>
            <a:ext cx="7259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Nunito Bold" pitchFamily="2" charset="-52"/>
              </a:rPr>
              <a:t>Демонстрация программы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A438CBCC-CB8F-A69D-2A6E-01D98BB27A3F}"/>
              </a:ext>
            </a:extLst>
          </p:cNvPr>
          <p:cNvCxnSpPr/>
          <p:nvPr/>
        </p:nvCxnSpPr>
        <p:spPr>
          <a:xfrm>
            <a:off x="3639820" y="1223185"/>
            <a:ext cx="10800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4EE318C-09DA-5A4C-A09F-47C90612D497}"/>
              </a:ext>
            </a:extLst>
          </p:cNvPr>
          <p:cNvSpPr/>
          <p:nvPr/>
        </p:nvSpPr>
        <p:spPr>
          <a:xfrm>
            <a:off x="17708148" y="9631429"/>
            <a:ext cx="43152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4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1BB7EFD-1782-9186-18D4-1AB39BA62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2407" y="1366044"/>
            <a:ext cx="14514826" cy="75549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D2C4C3A-8432-7B3B-B9BE-64463E2B46F1}"/>
              </a:ext>
            </a:extLst>
          </p:cNvPr>
          <p:cNvSpPr txBox="1"/>
          <p:nvPr/>
        </p:nvSpPr>
        <p:spPr>
          <a:xfrm>
            <a:off x="6424126" y="528438"/>
            <a:ext cx="543974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solidFill>
                  <a:schemeClr val="bg1"/>
                </a:solidFill>
                <a:latin typeface="Nunito Bold" pitchFamily="2" charset="-52"/>
              </a:rPr>
              <a:t>Итоги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10F661A-3D14-A4A6-24CE-A99D4FFC2806}"/>
              </a:ext>
            </a:extLst>
          </p:cNvPr>
          <p:cNvSpPr/>
          <p:nvPr/>
        </p:nvSpPr>
        <p:spPr>
          <a:xfrm>
            <a:off x="17708148" y="9631429"/>
            <a:ext cx="43152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989B97-8FFA-41A8-F18C-2EDE2135691B}"/>
              </a:ext>
            </a:extLst>
          </p:cNvPr>
          <p:cNvSpPr txBox="1"/>
          <p:nvPr/>
        </p:nvSpPr>
        <p:spPr>
          <a:xfrm>
            <a:off x="2355978" y="1856830"/>
            <a:ext cx="1357604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4400" b="1" dirty="0">
                <a:solidFill>
                  <a:schemeClr val="bg1"/>
                </a:solidFill>
              </a:rPr>
              <a:t>Плюсы алгоритма: </a:t>
            </a:r>
            <a:r>
              <a:rPr lang="ru-RU" sz="4400" dirty="0">
                <a:solidFill>
                  <a:schemeClr val="bg1"/>
                </a:solidFill>
              </a:rPr>
              <a:t>Сравнительный анализ показал, что алгоритм «Ближайшего соседа» — один из самых быстрых среди жадных методов. Он делает расчеты мгновенно что хорошо для живой работы курьеров.</a:t>
            </a:r>
          </a:p>
          <a:p>
            <a:pPr algn="just"/>
            <a:r>
              <a:rPr lang="ru-RU" sz="4400" b="1" dirty="0">
                <a:solidFill>
                  <a:schemeClr val="bg1"/>
                </a:solidFill>
              </a:rPr>
              <a:t>Практическая польза:</a:t>
            </a:r>
            <a:r>
              <a:rPr lang="ru-RU" sz="4400" dirty="0">
                <a:solidFill>
                  <a:schemeClr val="bg1"/>
                </a:solidFill>
              </a:rPr>
              <a:t> Программа полностью готова к интеграции с Яндекс Картами. Она доказывает, что простые жадные алгоритмы могут эффективно решать сложные задачи логистики, экономя время сотрудников и деньги компании.</a:t>
            </a:r>
            <a:endParaRPr lang="ru-RU" sz="4400" b="0" i="0" dirty="0">
              <a:solidFill>
                <a:schemeClr val="bg1"/>
              </a:solidFill>
              <a:effectLst/>
              <a:latin typeface="Nunito Bold" pitchFamily="2" charset="-52"/>
            </a:endParaRPr>
          </a:p>
        </p:txBody>
      </p:sp>
      <p:sp>
        <p:nvSpPr>
          <p:cNvPr id="9" name="Облачко с текстом: овальное 8">
            <a:extLst>
              <a:ext uri="{FF2B5EF4-FFF2-40B4-BE49-F238E27FC236}">
                <a16:creationId xmlns:a16="http://schemas.microsoft.com/office/drawing/2014/main" id="{E2E91762-E914-EB29-CE71-ABEAD58B361C}"/>
              </a:ext>
            </a:extLst>
          </p:cNvPr>
          <p:cNvSpPr/>
          <p:nvPr/>
        </p:nvSpPr>
        <p:spPr>
          <a:xfrm>
            <a:off x="10566400" y="528438"/>
            <a:ext cx="1079500" cy="741562"/>
          </a:xfrm>
          <a:prstGeom prst="wedgeEllipse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92984"/>
      </p:ext>
    </p:extLst>
  </p:cSld>
  <p:clrMapOvr>
    <a:masterClrMapping/>
  </p:clrMapOvr>
</p:sld>
</file>

<file path=ppt/theme/theme1.xml><?xml version="1.0" encoding="utf-8"?>
<a:theme xmlns:a="http://schemas.openxmlformats.org/drawingml/2006/main" name="Светлая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Nunito Bold"/>
        <a:ea typeface=""/>
        <a:cs typeface=""/>
      </a:majorFont>
      <a:minorFont>
        <a:latin typeface="Nunito Semi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Синяя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3860</TotalTime>
  <Words>216</Words>
  <Application>Microsoft Office PowerPoint</Application>
  <PresentationFormat>Произвольный</PresentationFormat>
  <Paragraphs>31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</vt:i4>
      </vt:variant>
    </vt:vector>
  </HeadingPairs>
  <TitlesOfParts>
    <vt:vector size="14" baseType="lpstr">
      <vt:lpstr>Arial</vt:lpstr>
      <vt:lpstr>Calibri</vt:lpstr>
      <vt:lpstr>Nunito Bold</vt:lpstr>
      <vt:lpstr>Nunito ExtraBold</vt:lpstr>
      <vt:lpstr>Nunito Sans Bold</vt:lpstr>
      <vt:lpstr>Nunito Sans SemiBold</vt:lpstr>
      <vt:lpstr>Nunito SemiBold</vt:lpstr>
      <vt:lpstr>Светлая</vt:lpstr>
      <vt:lpstr>Синяя</vt:lpstr>
      <vt:lpstr>Презентация PowerPoint</vt:lpstr>
      <vt:lpstr>Цель и задачи работы</vt:lpstr>
      <vt:lpstr>Методы оптимизации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dae lee</cp:lastModifiedBy>
  <cp:revision>106</cp:revision>
  <dcterms:created xsi:type="dcterms:W3CDTF">2025-10-16T18:17:35Z</dcterms:created>
  <dcterms:modified xsi:type="dcterms:W3CDTF">2026-05-31T14:10:53Z</dcterms:modified>
</cp:coreProperties>
</file>